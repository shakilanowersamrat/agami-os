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slides/slide2.xml" ContentType="application/vnd.openxmlformats-officedocument.presentationml.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Masters/slideMaster3.xml" ContentType="application/vnd.openxmlformats-officedocument.presentationml.slideMaster+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Masters/slideMaster2.xml" ContentType="application/vnd.openxmlformats-officedocument.presentationml.slideMaster+xml"/>
  <Override PartName="/ppt/slides/slide1.xml" ContentType="application/vnd.openxmlformats-officedocument.presentationml.slide+xml"/>
  <Override PartName="/ppt/theme/theme3.xml" ContentType="application/vnd.openxmlformats-officedocument.theme+xml"/>
  <Override PartName="/ppt/theme/theme2.xml" ContentType="application/vnd.openxmlformats-officedocument.theme+xml"/>
  <Override PartName="/ppt/slides/slide8.xml" ContentType="application/vnd.openxmlformats-officedocument.presentationml.slide+xml"/>
  <Override PartName="/docProps/app.xml" ContentType="application/vnd.openxmlformats-officedocument.extended-properties+xml"/>
  <Override PartName="/ppt/slideLayouts/slideLayout6.xml" ContentType="application/vnd.openxmlformats-officedocument.presentationml.slideLayout+xml"/>
  <Override PartName="/ppt/slides/slide4.xml" ContentType="application/vnd.openxmlformats-officedocument.presentationml.slide+xml"/>
  <Override PartName="/docProps/core.xml" ContentType="application/vnd.openxmlformats-package.core-properties+xml"/>
  <Override PartName="/ppt/viewProps.xml" ContentType="application/vnd.openxmlformats-officedocument.presentationml.viewProps+xml"/>
  <Override PartName="/ppt/slides/slide7.xml" ContentType="application/vnd.openxmlformats-officedocument.presentationml.slide+xml"/>
  <Override PartName="/ppt/presProps.xml" ContentType="application/vnd.openxmlformats-officedocument.presentationml.presProps+xml"/>
  <Override PartName="/ppt/slides/slide5.xml" ContentType="application/vnd.openxmlformats-officedocument.presentationml.slide+xml"/>
  <Override PartName="/ppt/slideMasters/slideMaster1.xml" ContentType="application/vnd.openxmlformats-officedocument.presentationml.slideMaster+xml"/>
  <Override PartName="/ppt/tableStyles.xml" ContentType="application/vnd.openxmlformats-officedocument.presentationml.tableStyles+xml"/>
  <Override PartName="/ppt/presentation.xml" ContentType="application/vnd.openxmlformats-officedocument.presentationml.presentation.main+xml"/>
  <Override PartName="/ppt/theme/theme1.xml" ContentType="application/vnd.openxmlformats-officedocument.them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 id="2147483650" r:id="rId2"/>
    <p:sldMasterId id="2147483669" r:id="rId3"/>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16x9"/>
  <p:notesSz cx="9144000" cy="5143500"/>
  <p:defaultTextStyle>
    <a:defPPr>
      <a:defRPr lang="ko-K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pos="2160" orient="horz"/>
        <p:guide pos="2880"/>
      </p:guideLst>
    </p:cSldViewPr>
  </p:slid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theme" Target="theme/theme1.xml"/><Relationship Id="rId5" Type="http://schemas.openxmlformats.org/officeDocument/2006/relationships/theme" Target="theme/theme2.xml"/><Relationship Id="rId6" Type="http://schemas.openxmlformats.org/officeDocument/2006/relationships/theme" Target="theme/them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7.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8.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Section Break Layout">
    <p:bg>
      <p:bgPr shadeToTitle="0">
        <a:blipFill>
          <a:blip r:embed="rId2">
            <a:lum/>
          </a:blip>
          <a:stretch/>
        </a:blipFill>
      </p:bgPr>
    </p:bg>
    <p:spTree>
      <p:nvGrpSpPr>
        <p:cNvPr id="1" name=""/>
        <p:cNvGrpSpPr/>
        <p:nvPr/>
      </p:nvGrpSpPr>
      <p:grpSpPr bwMode="auto">
        <a:xfrm>
          <a:off x="0" y="0"/>
          <a:ext cx="0" cy="0"/>
          <a:chOff x="0" y="0"/>
          <a:chExt cx="0" cy="0"/>
        </a:xfrm>
      </p:grpSpPr>
      <p:sp>
        <p:nvSpPr>
          <p:cNvPr id="4" name="Round Same Side Corner Rectangle 3"/>
          <p:cNvSpPr/>
          <p:nvPr userDrawn="1"/>
        </p:nvSpPr>
        <p:spPr bwMode="auto">
          <a:xfrm rot="5400000">
            <a:off x="2286105" y="-398432"/>
            <a:ext cx="1332147" cy="5904359"/>
          </a:xfrm>
          <a:prstGeom prst="round2SameRect">
            <a:avLst>
              <a:gd name="adj1" fmla="val 50000"/>
              <a:gd name="adj2" fmla="val 0"/>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Text Placeholder 9"/>
          <p:cNvSpPr>
            <a:spLocks noGrp="1"/>
          </p:cNvSpPr>
          <p:nvPr>
            <p:ph type="body" sz="quarter" idx="10" hasCustomPrompt="1"/>
          </p:nvPr>
        </p:nvSpPr>
        <p:spPr bwMode="auto">
          <a:xfrm>
            <a:off x="0" y="2173610"/>
            <a:ext cx="4283968" cy="473576"/>
          </a:xfrm>
          <a:prstGeom prst="rect">
            <a:avLst/>
          </a:prstGeom>
        </p:spPr>
        <p:txBody>
          <a:bodyPr anchor="ctr"/>
          <a:lstStyle>
            <a:lvl1pPr marL="0" indent="0" algn="r">
              <a:buNone/>
              <a:defRPr sz="3600" b="0">
                <a:solidFill>
                  <a:schemeClr val="tx1">
                    <a:lumMod val="75000"/>
                    <a:lumOff val="25000"/>
                  </a:schemeClr>
                </a:solidFill>
                <a:latin typeface="+mj-lt"/>
                <a:cs typeface="Arial"/>
              </a:defRPr>
            </a:lvl1pPr>
          </a:lstStyle>
          <a:p>
            <a:pPr lvl="0">
              <a:defRPr/>
            </a:pPr>
            <a:r>
              <a:rPr lang="en-US"/>
              <a:t>SECTION BREAK</a:t>
            </a:r>
            <a:endParaRPr/>
          </a:p>
        </p:txBody>
      </p:sp>
      <p:sp>
        <p:nvSpPr>
          <p:cNvPr id="11" name="Text Placeholder 9"/>
          <p:cNvSpPr>
            <a:spLocks noGrp="1"/>
          </p:cNvSpPr>
          <p:nvPr>
            <p:ph type="body" sz="quarter" idx="11" hasCustomPrompt="1"/>
          </p:nvPr>
        </p:nvSpPr>
        <p:spPr bwMode="auto">
          <a:xfrm>
            <a:off x="0" y="2647186"/>
            <a:ext cx="4283968" cy="288032"/>
          </a:xfrm>
          <a:prstGeom prst="rect">
            <a:avLst/>
          </a:prstGeom>
        </p:spPr>
        <p:txBody>
          <a:bodyPr anchor="ctr"/>
          <a:lstStyle>
            <a:lvl1pPr marL="0" indent="0" algn="r">
              <a:buNone/>
              <a:defRPr sz="1400" b="0">
                <a:solidFill>
                  <a:schemeClr val="tx1">
                    <a:lumMod val="75000"/>
                    <a:lumOff val="25000"/>
                  </a:schemeClr>
                </a:solidFill>
                <a:latin typeface="+mn-lt"/>
                <a:cs typeface="Arial"/>
              </a:defRPr>
            </a:lvl1pPr>
          </a:lstStyle>
          <a:p>
            <a:pPr lvl="0">
              <a:defRPr/>
            </a:pPr>
            <a:r>
              <a:rPr lang="en-US"/>
              <a:t>Insert the title of your subtitle Here</a:t>
            </a:r>
            <a:endParaRPr/>
          </a:p>
        </p:txBody>
      </p:sp>
      <p:sp>
        <p:nvSpPr>
          <p:cNvPr id="6" name="Oval 5"/>
          <p:cNvSpPr/>
          <p:nvPr userDrawn="1"/>
        </p:nvSpPr>
        <p:spPr bwMode="auto">
          <a:xfrm>
            <a:off x="4608216" y="1977684"/>
            <a:ext cx="1152128" cy="1152128"/>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Agenda Layout">
    <p:bg>
      <p:bgPr shadeToTitle="0">
        <a:blipFill>
          <a:blip r:embed="rId2">
            <a:lum/>
          </a:blip>
          <a:stretch/>
        </a:blipFill>
      </p:bgPr>
    </p:bg>
    <p:spTree>
      <p:nvGrpSpPr>
        <p:cNvPr id="1" name=""/>
        <p:cNvGrpSpPr/>
        <p:nvPr/>
      </p:nvGrpSpPr>
      <p:grpSpPr bwMode="auto">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23528" y="85378"/>
            <a:ext cx="7200800" cy="576064"/>
          </a:xfrm>
          <a:prstGeom prst="rect">
            <a:avLst/>
          </a:prstGeom>
        </p:spPr>
        <p:txBody>
          <a:bodyPr anchor="ctr"/>
          <a:lstStyle>
            <a:lvl1pPr marL="0" indent="0" algn="l">
              <a:buNone/>
              <a:defRPr sz="3600" b="0">
                <a:solidFill>
                  <a:schemeClr val="bg1"/>
                </a:solidFill>
                <a:latin typeface="+mj-lt"/>
                <a:cs typeface="Arial"/>
              </a:defRPr>
            </a:lvl1pPr>
          </a:lstStyle>
          <a:p>
            <a:pPr lvl="0">
              <a:defRPr/>
            </a:pPr>
            <a:r>
              <a:rPr lang="en-US"/>
              <a:t>BASIC LAYOUT</a:t>
            </a:r>
            <a:endParaRPr/>
          </a:p>
        </p:txBody>
      </p:sp>
      <p:sp>
        <p:nvSpPr>
          <p:cNvPr id="11" name="Text Placeholder 9"/>
          <p:cNvSpPr>
            <a:spLocks noGrp="1"/>
          </p:cNvSpPr>
          <p:nvPr>
            <p:ph type="body" sz="quarter" idx="11" hasCustomPrompt="1"/>
          </p:nvPr>
        </p:nvSpPr>
        <p:spPr bwMode="auto">
          <a:xfrm>
            <a:off x="323528" y="661442"/>
            <a:ext cx="7200800" cy="288032"/>
          </a:xfrm>
          <a:prstGeom prst="rect">
            <a:avLst/>
          </a:prstGeom>
        </p:spPr>
        <p:txBody>
          <a:bodyPr anchor="ctr"/>
          <a:lstStyle>
            <a:lvl1pPr marL="0" indent="0" algn="l">
              <a:buNone/>
              <a:defRPr sz="1400" b="0">
                <a:solidFill>
                  <a:schemeClr val="bg1"/>
                </a:solidFill>
                <a:latin typeface="+mn-lt"/>
                <a:cs typeface="Arial"/>
              </a:defRPr>
            </a:lvl1pPr>
          </a:lstStyle>
          <a:p>
            <a:pPr lvl="0">
              <a:defRPr/>
            </a:pPr>
            <a:r>
              <a:rPr lang="en-US"/>
              <a:t>Insert the title of your subtitle Here</a:t>
            </a:r>
            <a:endParaRPr/>
          </a:p>
        </p:txBody>
      </p:sp>
      <p:sp>
        <p:nvSpPr>
          <p:cNvPr id="2" name="Rectangle 1"/>
          <p:cNvSpPr/>
          <p:nvPr userDrawn="1"/>
        </p:nvSpPr>
        <p:spPr bwMode="auto">
          <a:xfrm>
            <a:off x="0" y="0"/>
            <a:ext cx="193770" cy="10372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1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1619672" y="113953"/>
            <a:ext cx="7524328" cy="576064"/>
          </a:xfrm>
          <a:prstGeom prst="rect">
            <a:avLst/>
          </a:prstGeom>
        </p:spPr>
        <p:txBody>
          <a:bodyPr anchor="ctr"/>
          <a:lstStyle>
            <a:lvl1pPr marL="0" indent="0" algn="l">
              <a:buNone/>
              <a:defRPr sz="3600" b="0">
                <a:solidFill>
                  <a:schemeClr val="tx1">
                    <a:lumMod val="75000"/>
                    <a:lumOff val="25000"/>
                  </a:schemeClr>
                </a:solidFill>
                <a:latin typeface="+mj-lt"/>
                <a:cs typeface="Arial"/>
              </a:defRPr>
            </a:lvl1pPr>
          </a:lstStyle>
          <a:p>
            <a:pPr lvl="0">
              <a:defRPr/>
            </a:pPr>
            <a:r>
              <a:rPr lang="en-US"/>
              <a:t>BASIC LAYOUT</a:t>
            </a:r>
            <a:endParaRPr/>
          </a:p>
        </p:txBody>
      </p:sp>
      <p:sp>
        <p:nvSpPr>
          <p:cNvPr id="11" name="Text Placeholder 9"/>
          <p:cNvSpPr>
            <a:spLocks noGrp="1"/>
          </p:cNvSpPr>
          <p:nvPr>
            <p:ph type="body" sz="quarter" idx="11" hasCustomPrompt="1"/>
          </p:nvPr>
        </p:nvSpPr>
        <p:spPr bwMode="auto">
          <a:xfrm>
            <a:off x="1619672" y="690017"/>
            <a:ext cx="7524328" cy="288032"/>
          </a:xfrm>
          <a:prstGeom prst="rect">
            <a:avLst/>
          </a:prstGeom>
        </p:spPr>
        <p:txBody>
          <a:bodyPr anchor="ctr"/>
          <a:lstStyle>
            <a:lvl1pPr marL="0" indent="0" algn="l">
              <a:buNone/>
              <a:defRPr sz="1400" b="0">
                <a:solidFill>
                  <a:schemeClr val="tx1">
                    <a:lumMod val="75000"/>
                    <a:lumOff val="25000"/>
                  </a:schemeClr>
                </a:solidFill>
                <a:latin typeface="+mn-lt"/>
                <a:cs typeface="Arial"/>
              </a:defRPr>
            </a:lvl1pPr>
          </a:lstStyle>
          <a:p>
            <a:pPr lvl="0">
              <a:defRPr/>
            </a:pPr>
            <a:r>
              <a:rPr lang="en-US"/>
              <a:t>Insert the title of your subtitle Here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2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3" name="Rectangle 2"/>
          <p:cNvSpPr/>
          <p:nvPr userDrawn="1"/>
        </p:nvSpPr>
        <p:spPr bwMode="auto">
          <a:xfrm>
            <a:off x="0" y="0"/>
            <a:ext cx="9144000" cy="5143499"/>
          </a:xfrm>
          <a:prstGeom prst="rect">
            <a:avLst/>
          </a:prstGeom>
          <a:solidFill>
            <a:schemeClr val="tx1">
              <a:lumMod val="75000"/>
              <a:lumOff val="2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 name="Rectangle 1"/>
          <p:cNvSpPr/>
          <p:nvPr userDrawn="1"/>
        </p:nvSpPr>
        <p:spPr bwMode="auto">
          <a:xfrm>
            <a:off x="5220072" y="-6824"/>
            <a:ext cx="3923928" cy="5150323"/>
          </a:xfrm>
          <a:custGeom>
            <a:avLst/>
            <a:gdLst>
              <a:gd name="connsiteX0" fmla="*/ 0 w 4572000"/>
              <a:gd name="connsiteY0" fmla="*/ 0 h 5143500"/>
              <a:gd name="connsiteX1" fmla="*/ 4572000 w 4572000"/>
              <a:gd name="connsiteY1" fmla="*/ 0 h 5143500"/>
              <a:gd name="connsiteX2" fmla="*/ 4572000 w 4572000"/>
              <a:gd name="connsiteY2" fmla="*/ 5143500 h 5143500"/>
              <a:gd name="connsiteX3" fmla="*/ 0 w 4572000"/>
              <a:gd name="connsiteY3" fmla="*/ 5143500 h 5143500"/>
              <a:gd name="connsiteX4" fmla="*/ 0 w 4572000"/>
              <a:gd name="connsiteY4" fmla="*/ 0 h 5143500"/>
              <a:gd name="connsiteX0" fmla="*/ 2217761 w 4572000"/>
              <a:gd name="connsiteY0" fmla="*/ 0 h 5143500"/>
              <a:gd name="connsiteX1" fmla="*/ 4572000 w 4572000"/>
              <a:gd name="connsiteY1" fmla="*/ 0 h 5143500"/>
              <a:gd name="connsiteX2" fmla="*/ 4572000 w 4572000"/>
              <a:gd name="connsiteY2" fmla="*/ 5143500 h 5143500"/>
              <a:gd name="connsiteX3" fmla="*/ 0 w 4572000"/>
              <a:gd name="connsiteY3" fmla="*/ 5143500 h 5143500"/>
              <a:gd name="connsiteX4" fmla="*/ 2217761 w 4572000"/>
              <a:gd name="connsiteY4" fmla="*/ 0 h 5143500"/>
              <a:gd name="connsiteX0" fmla="*/ 2354239 w 4572000"/>
              <a:gd name="connsiteY0" fmla="*/ 0 h 5157147"/>
              <a:gd name="connsiteX1" fmla="*/ 4572000 w 4572000"/>
              <a:gd name="connsiteY1" fmla="*/ 13647 h 5157147"/>
              <a:gd name="connsiteX2" fmla="*/ 4572000 w 4572000"/>
              <a:gd name="connsiteY2" fmla="*/ 5157147 h 5157147"/>
              <a:gd name="connsiteX3" fmla="*/ 0 w 4572000"/>
              <a:gd name="connsiteY3" fmla="*/ 5157147 h 5157147"/>
              <a:gd name="connsiteX4" fmla="*/ 2354239 w 4572000"/>
              <a:gd name="connsiteY4" fmla="*/ 0 h 5157147"/>
              <a:gd name="connsiteX0" fmla="*/ 2347415 w 4572000"/>
              <a:gd name="connsiteY0" fmla="*/ 0 h 5150323"/>
              <a:gd name="connsiteX1" fmla="*/ 4572000 w 4572000"/>
              <a:gd name="connsiteY1" fmla="*/ 6823 h 5150323"/>
              <a:gd name="connsiteX2" fmla="*/ 4572000 w 4572000"/>
              <a:gd name="connsiteY2" fmla="*/ 5150323 h 5150323"/>
              <a:gd name="connsiteX3" fmla="*/ 0 w 4572000"/>
              <a:gd name="connsiteY3" fmla="*/ 5150323 h 5150323"/>
              <a:gd name="connsiteX4" fmla="*/ 2347415 w 4572000"/>
              <a:gd name="connsiteY4" fmla="*/ 0 h 5150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5150323" fill="norm" stroke="1" extrusionOk="0">
                <a:moveTo>
                  <a:pt x="2347415" y="0"/>
                </a:moveTo>
                <a:lnTo>
                  <a:pt x="4572000" y="6823"/>
                </a:lnTo>
                <a:lnTo>
                  <a:pt x="4572000" y="5150323"/>
                </a:lnTo>
                <a:lnTo>
                  <a:pt x="0" y="5150323"/>
                </a:lnTo>
                <a:lnTo>
                  <a:pt x="2347415"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Text Placeholder 9"/>
          <p:cNvSpPr>
            <a:spLocks noGrp="1"/>
          </p:cNvSpPr>
          <p:nvPr>
            <p:ph type="body" sz="quarter" idx="10" hasCustomPrompt="1"/>
          </p:nvPr>
        </p:nvSpPr>
        <p:spPr bwMode="auto">
          <a:xfrm>
            <a:off x="5796136" y="3651870"/>
            <a:ext cx="3347863" cy="576064"/>
          </a:xfrm>
          <a:prstGeom prst="rect">
            <a:avLst/>
          </a:prstGeom>
        </p:spPr>
        <p:txBody>
          <a:bodyPr anchor="ctr"/>
          <a:lstStyle>
            <a:lvl1pPr marL="0" indent="0" algn="l">
              <a:buNone/>
              <a:defRPr sz="3200" b="0">
                <a:solidFill>
                  <a:schemeClr val="accent1"/>
                </a:solidFill>
                <a:latin typeface="+mj-lt"/>
                <a:cs typeface="Arial"/>
              </a:defRPr>
            </a:lvl1pPr>
          </a:lstStyle>
          <a:p>
            <a:pPr lvl="0">
              <a:defRPr/>
            </a:pPr>
            <a:r>
              <a:rPr lang="en-US"/>
              <a:t>BASIC LAYOUT</a:t>
            </a:r>
            <a:endParaRPr/>
          </a:p>
        </p:txBody>
      </p:sp>
      <p:sp>
        <p:nvSpPr>
          <p:cNvPr id="11" name="Text Placeholder 9"/>
          <p:cNvSpPr>
            <a:spLocks noGrp="1"/>
          </p:cNvSpPr>
          <p:nvPr>
            <p:ph type="body" sz="quarter" idx="11" hasCustomPrompt="1"/>
          </p:nvPr>
        </p:nvSpPr>
        <p:spPr bwMode="auto">
          <a:xfrm>
            <a:off x="5796136" y="4397684"/>
            <a:ext cx="3347863" cy="288032"/>
          </a:xfrm>
          <a:prstGeom prst="rect">
            <a:avLst/>
          </a:prstGeom>
        </p:spPr>
        <p:txBody>
          <a:bodyPr anchor="ctr"/>
          <a:lstStyle>
            <a:lvl1pPr marL="0" indent="0" algn="l">
              <a:buNone/>
              <a:defRPr sz="1400" b="0">
                <a:solidFill>
                  <a:schemeClr val="accent1"/>
                </a:solidFill>
                <a:latin typeface="+mn-lt"/>
                <a:cs typeface="Arial"/>
              </a:defRPr>
            </a:lvl1pPr>
          </a:lstStyle>
          <a:p>
            <a:pPr lvl="0">
              <a:defRPr/>
            </a:pPr>
            <a:r>
              <a:rPr lang="en-US"/>
              <a:t>Insert the title of your subtitle Here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3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23528" y="85378"/>
            <a:ext cx="7200800" cy="576064"/>
          </a:xfrm>
          <a:prstGeom prst="rect">
            <a:avLst/>
          </a:prstGeom>
        </p:spPr>
        <p:txBody>
          <a:bodyPr anchor="ctr"/>
          <a:lstStyle>
            <a:lvl1pPr marL="0" indent="0" algn="l">
              <a:buNone/>
              <a:defRPr sz="3600" b="0">
                <a:solidFill>
                  <a:schemeClr val="bg1"/>
                </a:solidFill>
                <a:latin typeface="+mj-lt"/>
                <a:cs typeface="Arial"/>
              </a:defRPr>
            </a:lvl1pPr>
          </a:lstStyle>
          <a:p>
            <a:pPr lvl="0">
              <a:defRPr/>
            </a:pPr>
            <a:r>
              <a:rPr lang="en-US"/>
              <a:t>BASIC LAYOUT</a:t>
            </a:r>
            <a:endParaRPr/>
          </a:p>
        </p:txBody>
      </p:sp>
      <p:sp>
        <p:nvSpPr>
          <p:cNvPr id="11" name="Text Placeholder 9"/>
          <p:cNvSpPr>
            <a:spLocks noGrp="1"/>
          </p:cNvSpPr>
          <p:nvPr>
            <p:ph type="body" sz="quarter" idx="11" hasCustomPrompt="1"/>
          </p:nvPr>
        </p:nvSpPr>
        <p:spPr bwMode="auto">
          <a:xfrm>
            <a:off x="323528" y="661442"/>
            <a:ext cx="7200800" cy="288032"/>
          </a:xfrm>
          <a:prstGeom prst="rect">
            <a:avLst/>
          </a:prstGeom>
        </p:spPr>
        <p:txBody>
          <a:bodyPr anchor="ctr"/>
          <a:lstStyle>
            <a:lvl1pPr marL="0" indent="0" algn="l">
              <a:buNone/>
              <a:defRPr sz="1400" b="0">
                <a:solidFill>
                  <a:schemeClr val="bg1"/>
                </a:solidFill>
                <a:latin typeface="+mn-lt"/>
                <a:cs typeface="Arial"/>
              </a:defRPr>
            </a:lvl1pPr>
          </a:lstStyle>
          <a:p>
            <a:pPr lvl="0">
              <a:defRPr/>
            </a:pPr>
            <a:r>
              <a:rPr lang="en-US"/>
              <a:t>Insert the title of your subtitle Here</a:t>
            </a:r>
            <a:endParaRPr/>
          </a:p>
        </p:txBody>
      </p:sp>
      <p:sp>
        <p:nvSpPr>
          <p:cNvPr id="2" name="Rectangle 1"/>
          <p:cNvSpPr/>
          <p:nvPr userDrawn="1"/>
        </p:nvSpPr>
        <p:spPr bwMode="auto">
          <a:xfrm>
            <a:off x="0" y="0"/>
            <a:ext cx="193770" cy="10372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 name="Picture Placeholder 2"/>
          <p:cNvSpPr>
            <a:spLocks noGrp="1"/>
          </p:cNvSpPr>
          <p:nvPr>
            <p:ph type="pic" idx="12" hasCustomPrompt="1"/>
          </p:nvPr>
        </p:nvSpPr>
        <p:spPr bwMode="auto">
          <a:xfrm>
            <a:off x="538848" y="1874875"/>
            <a:ext cx="1764704" cy="1704987"/>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 </a:t>
            </a:r>
            <a:endParaRPr lang="ko-KR"/>
          </a:p>
        </p:txBody>
      </p:sp>
      <p:sp>
        <p:nvSpPr>
          <p:cNvPr id="7" name="Picture Placeholder 2"/>
          <p:cNvSpPr>
            <a:spLocks noGrp="1"/>
          </p:cNvSpPr>
          <p:nvPr>
            <p:ph type="pic" idx="13" hasCustomPrompt="1"/>
          </p:nvPr>
        </p:nvSpPr>
        <p:spPr bwMode="auto">
          <a:xfrm>
            <a:off x="2639427" y="1874875"/>
            <a:ext cx="1764704" cy="1704987"/>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 </a:t>
            </a:r>
            <a:endParaRPr lang="ko-KR"/>
          </a:p>
        </p:txBody>
      </p:sp>
      <p:sp>
        <p:nvSpPr>
          <p:cNvPr id="8" name="Picture Placeholder 2"/>
          <p:cNvSpPr>
            <a:spLocks noGrp="1"/>
          </p:cNvSpPr>
          <p:nvPr>
            <p:ph type="pic" idx="14" hasCustomPrompt="1"/>
          </p:nvPr>
        </p:nvSpPr>
        <p:spPr bwMode="auto">
          <a:xfrm>
            <a:off x="4727659" y="1874875"/>
            <a:ext cx="1764704" cy="1704987"/>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 </a:t>
            </a:r>
            <a:endParaRPr lang="ko-KR"/>
          </a:p>
        </p:txBody>
      </p:sp>
      <p:sp>
        <p:nvSpPr>
          <p:cNvPr id="9" name="Picture Placeholder 2"/>
          <p:cNvSpPr>
            <a:spLocks noGrp="1"/>
          </p:cNvSpPr>
          <p:nvPr>
            <p:ph type="pic" idx="15" hasCustomPrompt="1"/>
          </p:nvPr>
        </p:nvSpPr>
        <p:spPr bwMode="auto">
          <a:xfrm>
            <a:off x="6815891" y="1874875"/>
            <a:ext cx="1764704" cy="1704987"/>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 </a:t>
            </a:r>
            <a:endParaRPr lang="ko-KR"/>
          </a:p>
        </p:txBody>
      </p:sp>
      <p:sp>
        <p:nvSpPr>
          <p:cNvPr id="3" name="Rectangle 2"/>
          <p:cNvSpPr/>
          <p:nvPr userDrawn="1"/>
        </p:nvSpPr>
        <p:spPr bwMode="auto">
          <a:xfrm>
            <a:off x="539552" y="1347614"/>
            <a:ext cx="1764000" cy="5269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2" name="Rectangle 11"/>
          <p:cNvSpPr/>
          <p:nvPr userDrawn="1"/>
        </p:nvSpPr>
        <p:spPr bwMode="auto">
          <a:xfrm>
            <a:off x="539551" y="1347614"/>
            <a:ext cx="1140485" cy="52690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4" name="Rectangle 13"/>
          <p:cNvSpPr/>
          <p:nvPr userDrawn="1"/>
        </p:nvSpPr>
        <p:spPr bwMode="auto">
          <a:xfrm>
            <a:off x="2639427" y="1347614"/>
            <a:ext cx="1764000" cy="5269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5" name="Rectangle 14"/>
          <p:cNvSpPr/>
          <p:nvPr userDrawn="1"/>
        </p:nvSpPr>
        <p:spPr bwMode="auto">
          <a:xfrm>
            <a:off x="2639426" y="1347614"/>
            <a:ext cx="1140485" cy="5269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6" name="Rectangle 15"/>
          <p:cNvSpPr/>
          <p:nvPr userDrawn="1"/>
        </p:nvSpPr>
        <p:spPr bwMode="auto">
          <a:xfrm>
            <a:off x="4727659" y="1347614"/>
            <a:ext cx="1764000" cy="5269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7" name="Rectangle 16"/>
          <p:cNvSpPr/>
          <p:nvPr userDrawn="1"/>
        </p:nvSpPr>
        <p:spPr bwMode="auto">
          <a:xfrm>
            <a:off x="4727658" y="1347614"/>
            <a:ext cx="1140485" cy="52690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8" name="Rectangle 17"/>
          <p:cNvSpPr/>
          <p:nvPr userDrawn="1"/>
        </p:nvSpPr>
        <p:spPr bwMode="auto">
          <a:xfrm>
            <a:off x="6815891" y="1347614"/>
            <a:ext cx="1764000" cy="5269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9" name="Rectangle 18"/>
          <p:cNvSpPr/>
          <p:nvPr userDrawn="1"/>
        </p:nvSpPr>
        <p:spPr bwMode="auto">
          <a:xfrm>
            <a:off x="6815890" y="1347614"/>
            <a:ext cx="1140485" cy="5269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Images and Contents Layout">
    <p:spTree>
      <p:nvGrpSpPr>
        <p:cNvPr id="1" name=""/>
        <p:cNvGrpSpPr/>
        <p:nvPr/>
      </p:nvGrpSpPr>
      <p:grpSpPr bwMode="auto">
        <a:xfrm>
          <a:off x="0" y="0"/>
          <a:ext cx="0" cy="0"/>
          <a:chOff x="0" y="0"/>
          <a:chExt cx="0" cy="0"/>
        </a:xfrm>
      </p:grpSpPr>
      <p:sp>
        <p:nvSpPr>
          <p:cNvPr id="2" name="Rectangle 1"/>
          <p:cNvSpPr/>
          <p:nvPr userDrawn="1"/>
        </p:nvSpPr>
        <p:spPr bwMode="auto">
          <a:xfrm>
            <a:off x="4572000" y="0"/>
            <a:ext cx="4572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pic>
        <p:nvPicPr>
          <p:cNvPr id="7" name="Picture 2" descr="D:\Fullppt\005-PNG이미지\모니터.png"/>
          <p:cNvPicPr>
            <a:picLocks noChangeAspect="1" noChangeArrowheads="1"/>
          </p:cNvPicPr>
          <p:nvPr userDrawn="1"/>
        </p:nvPicPr>
        <p:blipFill>
          <a:blip r:embed="rId2"/>
          <a:stretch/>
        </p:blipFill>
        <p:spPr bwMode="auto">
          <a:xfrm>
            <a:off x="4996097" y="1059582"/>
            <a:ext cx="3816424" cy="3589865"/>
          </a:xfrm>
          <a:prstGeom prst="rect">
            <a:avLst/>
          </a:prstGeom>
          <a:noFill/>
        </p:spPr>
      </p:pic>
      <p:sp>
        <p:nvSpPr>
          <p:cNvPr id="8" name="Picture Placeholder 2"/>
          <p:cNvSpPr>
            <a:spLocks noGrp="1"/>
          </p:cNvSpPr>
          <p:nvPr>
            <p:ph type="pic" idx="1" hasCustomPrompt="1"/>
          </p:nvPr>
        </p:nvSpPr>
        <p:spPr bwMode="auto">
          <a:xfrm>
            <a:off x="5140112" y="1188188"/>
            <a:ext cx="3511110" cy="232588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4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23528" y="85378"/>
            <a:ext cx="7200800" cy="576064"/>
          </a:xfrm>
          <a:prstGeom prst="rect">
            <a:avLst/>
          </a:prstGeom>
        </p:spPr>
        <p:txBody>
          <a:bodyPr anchor="ctr"/>
          <a:lstStyle>
            <a:lvl1pPr marL="0" indent="0" algn="l">
              <a:buNone/>
              <a:defRPr sz="3600" b="0">
                <a:solidFill>
                  <a:schemeClr val="bg1"/>
                </a:solidFill>
                <a:latin typeface="+mj-lt"/>
                <a:cs typeface="Arial"/>
              </a:defRPr>
            </a:lvl1pPr>
          </a:lstStyle>
          <a:p>
            <a:pPr lvl="0">
              <a:defRPr/>
            </a:pPr>
            <a:r>
              <a:rPr lang="en-US"/>
              <a:t>IMAGES &amp; CONTENTS</a:t>
            </a:r>
            <a:endParaRPr/>
          </a:p>
        </p:txBody>
      </p:sp>
      <p:sp>
        <p:nvSpPr>
          <p:cNvPr id="11" name="Text Placeholder 9"/>
          <p:cNvSpPr>
            <a:spLocks noGrp="1"/>
          </p:cNvSpPr>
          <p:nvPr>
            <p:ph type="body" sz="quarter" idx="11" hasCustomPrompt="1"/>
          </p:nvPr>
        </p:nvSpPr>
        <p:spPr bwMode="auto">
          <a:xfrm>
            <a:off x="323528" y="661442"/>
            <a:ext cx="7200800" cy="288032"/>
          </a:xfrm>
          <a:prstGeom prst="rect">
            <a:avLst/>
          </a:prstGeom>
        </p:spPr>
        <p:txBody>
          <a:bodyPr anchor="ctr"/>
          <a:lstStyle>
            <a:lvl1pPr marL="0" indent="0" algn="l">
              <a:buNone/>
              <a:defRPr sz="1400" b="0">
                <a:solidFill>
                  <a:schemeClr val="bg1"/>
                </a:solidFill>
                <a:latin typeface="+mn-lt"/>
                <a:cs typeface="Arial"/>
              </a:defRPr>
            </a:lvl1pPr>
          </a:lstStyle>
          <a:p>
            <a:pPr lvl="0">
              <a:defRPr/>
            </a:pPr>
            <a:r>
              <a:rPr lang="en-US"/>
              <a:t>Insert the title of your subtitle Here</a:t>
            </a:r>
            <a:endParaRPr/>
          </a:p>
        </p:txBody>
      </p:sp>
      <p:sp>
        <p:nvSpPr>
          <p:cNvPr id="2" name="Rectangle 1"/>
          <p:cNvSpPr/>
          <p:nvPr userDrawn="1"/>
        </p:nvSpPr>
        <p:spPr bwMode="auto">
          <a:xfrm>
            <a:off x="0" y="0"/>
            <a:ext cx="193770" cy="10372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6" name="Picture 2" descr="D:\Fullppt\PNG이미지\핸드폰2.png"/>
          <p:cNvPicPr>
            <a:picLocks noChangeAspect="1" noChangeArrowheads="1"/>
          </p:cNvPicPr>
          <p:nvPr userDrawn="1"/>
        </p:nvPicPr>
        <p:blipFill>
          <a:blip r:embed="rId3"/>
          <a:stretch/>
        </p:blipFill>
        <p:spPr bwMode="auto">
          <a:xfrm>
            <a:off x="-36512" y="1547204"/>
            <a:ext cx="2808312" cy="3400810"/>
          </a:xfrm>
          <a:prstGeom prst="rect">
            <a:avLst/>
          </a:prstGeom>
          <a:noFill/>
        </p:spPr>
      </p:pic>
      <p:sp>
        <p:nvSpPr>
          <p:cNvPr id="7" name="Picture Placeholder 2"/>
          <p:cNvSpPr>
            <a:spLocks noGrp="1"/>
          </p:cNvSpPr>
          <p:nvPr>
            <p:ph type="pic" idx="1" hasCustomPrompt="1"/>
          </p:nvPr>
        </p:nvSpPr>
        <p:spPr bwMode="auto">
          <a:xfrm>
            <a:off x="648135" y="1685352"/>
            <a:ext cx="1619609" cy="250179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8" name="Rectangle 7"/>
          <p:cNvSpPr/>
          <p:nvPr userDrawn="1"/>
        </p:nvSpPr>
        <p:spPr bwMode="auto">
          <a:xfrm>
            <a:off x="2771800" y="3076574"/>
            <a:ext cx="2808312" cy="15834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9" name="Rectangle 8"/>
          <p:cNvSpPr/>
          <p:nvPr userDrawn="1"/>
        </p:nvSpPr>
        <p:spPr bwMode="auto">
          <a:xfrm>
            <a:off x="5940152" y="3076574"/>
            <a:ext cx="2808312" cy="15834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7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23528" y="85378"/>
            <a:ext cx="7200800" cy="576064"/>
          </a:xfrm>
          <a:prstGeom prst="rect">
            <a:avLst/>
          </a:prstGeom>
        </p:spPr>
        <p:txBody>
          <a:bodyPr anchor="ctr"/>
          <a:lstStyle>
            <a:lvl1pPr marL="0" indent="0" algn="l">
              <a:buNone/>
              <a:defRPr sz="3600" b="0">
                <a:solidFill>
                  <a:schemeClr val="bg1"/>
                </a:solidFill>
                <a:latin typeface="+mj-lt"/>
                <a:cs typeface="Arial"/>
              </a:defRPr>
            </a:lvl1pPr>
          </a:lstStyle>
          <a:p>
            <a:pPr lvl="0">
              <a:defRPr/>
            </a:pPr>
            <a:r>
              <a:rPr lang="en-US"/>
              <a:t>IMAGES &amp; CONTENTS</a:t>
            </a:r>
            <a:endParaRPr/>
          </a:p>
        </p:txBody>
      </p:sp>
      <p:sp>
        <p:nvSpPr>
          <p:cNvPr id="11" name="Text Placeholder 9"/>
          <p:cNvSpPr>
            <a:spLocks noGrp="1"/>
          </p:cNvSpPr>
          <p:nvPr>
            <p:ph type="body" sz="quarter" idx="11" hasCustomPrompt="1"/>
          </p:nvPr>
        </p:nvSpPr>
        <p:spPr bwMode="auto">
          <a:xfrm>
            <a:off x="323528" y="661442"/>
            <a:ext cx="7200800" cy="288032"/>
          </a:xfrm>
          <a:prstGeom prst="rect">
            <a:avLst/>
          </a:prstGeom>
        </p:spPr>
        <p:txBody>
          <a:bodyPr anchor="ctr"/>
          <a:lstStyle>
            <a:lvl1pPr marL="0" indent="0" algn="l">
              <a:buNone/>
              <a:defRPr sz="1400" b="0">
                <a:solidFill>
                  <a:schemeClr val="bg1"/>
                </a:solidFill>
                <a:latin typeface="+mn-lt"/>
                <a:cs typeface="Arial"/>
              </a:defRPr>
            </a:lvl1pPr>
          </a:lstStyle>
          <a:p>
            <a:pPr lvl="0">
              <a:defRPr/>
            </a:pPr>
            <a:r>
              <a:rPr lang="en-US"/>
              <a:t>Insert the title of your subtitle Here</a:t>
            </a:r>
            <a:endParaRPr/>
          </a:p>
        </p:txBody>
      </p:sp>
      <p:sp>
        <p:nvSpPr>
          <p:cNvPr id="2" name="Rectangle 1"/>
          <p:cNvSpPr/>
          <p:nvPr userDrawn="1"/>
        </p:nvSpPr>
        <p:spPr bwMode="auto">
          <a:xfrm>
            <a:off x="0" y="0"/>
            <a:ext cx="193770" cy="10372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3" name="Picture 2" descr="D:\Fullppt\005-PNG이미지\노트북.png"/>
          <p:cNvPicPr>
            <a:picLocks noChangeAspect="1" noChangeArrowheads="1"/>
          </p:cNvPicPr>
          <p:nvPr userDrawn="1"/>
        </p:nvPicPr>
        <p:blipFill>
          <a:blip r:embed="rId3"/>
          <a:stretch/>
        </p:blipFill>
        <p:spPr bwMode="auto">
          <a:xfrm>
            <a:off x="-430056" y="2282477"/>
            <a:ext cx="5002056" cy="2544127"/>
          </a:xfrm>
          <a:prstGeom prst="rect">
            <a:avLst/>
          </a:prstGeom>
          <a:noFill/>
        </p:spPr>
      </p:pic>
      <p:sp>
        <p:nvSpPr>
          <p:cNvPr id="14" name="Picture Placeholder 2"/>
          <p:cNvSpPr>
            <a:spLocks noGrp="1"/>
          </p:cNvSpPr>
          <p:nvPr>
            <p:ph type="pic" idx="1" hasCustomPrompt="1"/>
          </p:nvPr>
        </p:nvSpPr>
        <p:spPr bwMode="auto">
          <a:xfrm>
            <a:off x="917849" y="2623270"/>
            <a:ext cx="2398211" cy="177292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2_Images and Contents Layout">
    <p:spTree>
      <p:nvGrpSpPr>
        <p:cNvPr id="1" name=""/>
        <p:cNvGrpSpPr/>
        <p:nvPr/>
      </p:nvGrpSpPr>
      <p:grpSpPr bwMode="auto">
        <a:xfrm>
          <a:off x="0" y="0"/>
          <a:ext cx="0" cy="0"/>
          <a:chOff x="0" y="0"/>
          <a:chExt cx="0" cy="0"/>
        </a:xfrm>
      </p:grpSpPr>
      <p:sp>
        <p:nvSpPr>
          <p:cNvPr id="5" name="Picture Placeholder 2"/>
          <p:cNvSpPr>
            <a:spLocks noGrp="1"/>
          </p:cNvSpPr>
          <p:nvPr>
            <p:ph type="pic" idx="12" hasCustomPrompt="1"/>
          </p:nvPr>
        </p:nvSpPr>
        <p:spPr bwMode="auto">
          <a:xfrm>
            <a:off x="251520" y="210752"/>
            <a:ext cx="3059832" cy="3096344"/>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6" name="Picture Placeholder 2"/>
          <p:cNvSpPr>
            <a:spLocks noGrp="1"/>
          </p:cNvSpPr>
          <p:nvPr>
            <p:ph type="pic" idx="13" hasCustomPrompt="1"/>
          </p:nvPr>
        </p:nvSpPr>
        <p:spPr bwMode="auto">
          <a:xfrm>
            <a:off x="3369809" y="210752"/>
            <a:ext cx="1405595" cy="151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7" name="Picture Placeholder 2"/>
          <p:cNvSpPr>
            <a:spLocks noGrp="1"/>
          </p:cNvSpPr>
          <p:nvPr>
            <p:ph type="pic" idx="14" hasCustomPrompt="1"/>
          </p:nvPr>
        </p:nvSpPr>
        <p:spPr bwMode="auto">
          <a:xfrm>
            <a:off x="3369809" y="1795096"/>
            <a:ext cx="1405595" cy="151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8" name="Picture Placeholder 2"/>
          <p:cNvSpPr>
            <a:spLocks noGrp="1"/>
          </p:cNvSpPr>
          <p:nvPr>
            <p:ph type="pic" idx="15" hasCustomPrompt="1"/>
          </p:nvPr>
        </p:nvSpPr>
        <p:spPr bwMode="auto">
          <a:xfrm>
            <a:off x="251520" y="3379104"/>
            <a:ext cx="1405595" cy="151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9" name="Picture Placeholder 2"/>
          <p:cNvSpPr>
            <a:spLocks noGrp="1"/>
          </p:cNvSpPr>
          <p:nvPr>
            <p:ph type="pic" idx="16" hasCustomPrompt="1"/>
          </p:nvPr>
        </p:nvSpPr>
        <p:spPr bwMode="auto">
          <a:xfrm>
            <a:off x="1751068" y="3379104"/>
            <a:ext cx="3024336" cy="151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6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3" name="Rectangle 2"/>
          <p:cNvSpPr/>
          <p:nvPr userDrawn="1"/>
        </p:nvSpPr>
        <p:spPr bwMode="auto">
          <a:xfrm>
            <a:off x="0" y="0"/>
            <a:ext cx="9144000" cy="5143499"/>
          </a:xfrm>
          <a:prstGeom prst="rect">
            <a:avLst/>
          </a:prstGeom>
          <a:solidFill>
            <a:schemeClr val="tx1">
              <a:lumMod val="75000"/>
              <a:lumOff val="2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Text Placeholder 9"/>
          <p:cNvSpPr>
            <a:spLocks noGrp="1"/>
          </p:cNvSpPr>
          <p:nvPr>
            <p:ph type="body" sz="quarter" idx="10" hasCustomPrompt="1"/>
          </p:nvPr>
        </p:nvSpPr>
        <p:spPr bwMode="auto">
          <a:xfrm>
            <a:off x="251520" y="113953"/>
            <a:ext cx="8568952" cy="576064"/>
          </a:xfrm>
          <a:prstGeom prst="rect">
            <a:avLst/>
          </a:prstGeom>
        </p:spPr>
        <p:txBody>
          <a:bodyPr anchor="ctr"/>
          <a:lstStyle>
            <a:lvl1pPr marL="0" indent="0" algn="l">
              <a:buNone/>
              <a:defRPr sz="3600" b="0">
                <a:solidFill>
                  <a:schemeClr val="accent1"/>
                </a:solidFill>
                <a:latin typeface="+mj-lt"/>
                <a:cs typeface="Arial"/>
              </a:defRPr>
            </a:lvl1pPr>
          </a:lstStyle>
          <a:p>
            <a:pPr lvl="0">
              <a:defRPr/>
            </a:pPr>
            <a:r>
              <a:rPr lang="en-US"/>
              <a:t>BASIC LAYOUT</a:t>
            </a:r>
            <a:endParaRPr/>
          </a:p>
        </p:txBody>
      </p:sp>
      <p:sp>
        <p:nvSpPr>
          <p:cNvPr id="11" name="Text Placeholder 9"/>
          <p:cNvSpPr>
            <a:spLocks noGrp="1"/>
          </p:cNvSpPr>
          <p:nvPr>
            <p:ph type="body" sz="quarter" idx="11" hasCustomPrompt="1"/>
          </p:nvPr>
        </p:nvSpPr>
        <p:spPr bwMode="auto">
          <a:xfrm>
            <a:off x="251520" y="690017"/>
            <a:ext cx="8568952" cy="288032"/>
          </a:xfrm>
          <a:prstGeom prst="rect">
            <a:avLst/>
          </a:prstGeom>
        </p:spPr>
        <p:txBody>
          <a:bodyPr anchor="ctr"/>
          <a:lstStyle>
            <a:lvl1pPr marL="0" indent="0" algn="l">
              <a:buNone/>
              <a:defRPr sz="1400" b="0">
                <a:solidFill>
                  <a:schemeClr val="accent1"/>
                </a:solidFill>
                <a:latin typeface="+mn-lt"/>
                <a:cs typeface="Arial"/>
              </a:defRPr>
            </a:lvl1pPr>
          </a:lstStyle>
          <a:p>
            <a:pPr lvl="0">
              <a:defRPr/>
            </a:pPr>
            <a:r>
              <a:rPr lang="en-US"/>
              <a:t>Insert the title of your subtitle Here</a:t>
            </a:r>
            <a:endParaRPr/>
          </a:p>
        </p:txBody>
      </p:sp>
      <p:sp>
        <p:nvSpPr>
          <p:cNvPr id="6" name="Rectangle 5"/>
          <p:cNvSpPr/>
          <p:nvPr userDrawn="1"/>
        </p:nvSpPr>
        <p:spPr bwMode="auto">
          <a:xfrm flipH="1">
            <a:off x="4860032" y="1131590"/>
            <a:ext cx="4283968" cy="2880320"/>
          </a:xfrm>
          <a:prstGeom prst="rect">
            <a:avLst/>
          </a:prstGeom>
          <a:solidFill>
            <a:schemeClr val="accent1">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7" name="Picture Placeholder 2"/>
          <p:cNvSpPr>
            <a:spLocks noGrp="1"/>
          </p:cNvSpPr>
          <p:nvPr>
            <p:ph type="pic" idx="13" hasCustomPrompt="1"/>
          </p:nvPr>
        </p:nvSpPr>
        <p:spPr bwMode="auto">
          <a:xfrm>
            <a:off x="5332704" y="0"/>
            <a:ext cx="3338624" cy="51435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4_Images and Contents Layout">
    <p:spTree>
      <p:nvGrpSpPr>
        <p:cNvPr id="1" name=""/>
        <p:cNvGrpSpPr/>
        <p:nvPr/>
      </p:nvGrpSpPr>
      <p:grpSpPr bwMode="auto">
        <a:xfrm>
          <a:off x="0" y="0"/>
          <a:ext cx="0" cy="0"/>
          <a:chOff x="0" y="0"/>
          <a:chExt cx="0" cy="0"/>
        </a:xfrm>
      </p:grpSpPr>
      <p:sp>
        <p:nvSpPr>
          <p:cNvPr id="4" name="Picture Placeholder 2"/>
          <p:cNvSpPr>
            <a:spLocks noGrp="1"/>
          </p:cNvSpPr>
          <p:nvPr>
            <p:ph type="pic" idx="1" hasCustomPrompt="1"/>
          </p:nvPr>
        </p:nvSpPr>
        <p:spPr bwMode="auto">
          <a:xfrm>
            <a:off x="539552" y="1448650"/>
            <a:ext cx="4680520" cy="324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6" name="Picture Placeholder 2"/>
          <p:cNvSpPr>
            <a:spLocks noGrp="1"/>
          </p:cNvSpPr>
          <p:nvPr>
            <p:ph type="pic" idx="12" hasCustomPrompt="1"/>
          </p:nvPr>
        </p:nvSpPr>
        <p:spPr bwMode="auto">
          <a:xfrm>
            <a:off x="5219624" y="475565"/>
            <a:ext cx="3384000" cy="97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5_Images and Contents Layout">
    <p:spTree>
      <p:nvGrpSpPr>
        <p:cNvPr id="1" name=""/>
        <p:cNvGrpSpPr/>
        <p:nvPr/>
      </p:nvGrpSpPr>
      <p:grpSpPr bwMode="auto">
        <a:xfrm>
          <a:off x="0" y="0"/>
          <a:ext cx="0" cy="0"/>
          <a:chOff x="0" y="0"/>
          <a:chExt cx="0" cy="0"/>
        </a:xfrm>
      </p:grpSpPr>
      <p:sp>
        <p:nvSpPr>
          <p:cNvPr id="4" name="Picture Placeholder 2"/>
          <p:cNvSpPr>
            <a:spLocks noGrp="1"/>
          </p:cNvSpPr>
          <p:nvPr>
            <p:ph type="pic" idx="1" hasCustomPrompt="1"/>
          </p:nvPr>
        </p:nvSpPr>
        <p:spPr bwMode="auto">
          <a:xfrm>
            <a:off x="41399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5" name="Picture Placeholder 2"/>
          <p:cNvSpPr>
            <a:spLocks noGrp="1"/>
          </p:cNvSpPr>
          <p:nvPr>
            <p:ph type="pic" idx="10" hasCustomPrompt="1"/>
          </p:nvPr>
        </p:nvSpPr>
        <p:spPr bwMode="auto">
          <a:xfrm>
            <a:off x="23397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6" name="Picture Placeholder 2"/>
          <p:cNvSpPr>
            <a:spLocks noGrp="1"/>
          </p:cNvSpPr>
          <p:nvPr>
            <p:ph type="pic" idx="11" hasCustomPrompt="1"/>
          </p:nvPr>
        </p:nvSpPr>
        <p:spPr bwMode="auto">
          <a:xfrm>
            <a:off x="5395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5_Basic Layout">
    <p:bg>
      <p:bgPr shadeToTitle="0">
        <a:solidFill>
          <a:schemeClr val="bg1"/>
        </a:solid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0" y="85378"/>
            <a:ext cx="9144000" cy="576064"/>
          </a:xfrm>
          <a:prstGeom prst="rect">
            <a:avLst/>
          </a:prstGeom>
        </p:spPr>
        <p:txBody>
          <a:bodyPr anchor="ctr"/>
          <a:lstStyle>
            <a:lvl1pPr marL="0" indent="0" algn="ctr">
              <a:buNone/>
              <a:defRPr sz="3600" b="0">
                <a:solidFill>
                  <a:schemeClr val="tx1">
                    <a:lumMod val="75000"/>
                    <a:lumOff val="25000"/>
                  </a:schemeClr>
                </a:solidFill>
                <a:latin typeface="+mn-lt"/>
                <a:cs typeface="Arial"/>
              </a:defRPr>
            </a:lvl1pPr>
          </a:lstStyle>
          <a:p>
            <a:pPr lvl="0">
              <a:defRPr/>
            </a:pPr>
            <a:r>
              <a:rPr lang="en-US"/>
              <a:t>IMAGES &amp; CONTENTS</a:t>
            </a:r>
            <a:endParaRPr/>
          </a:p>
        </p:txBody>
      </p:sp>
      <p:sp>
        <p:nvSpPr>
          <p:cNvPr id="15" name="Rectangle 14"/>
          <p:cNvSpPr/>
          <p:nvPr userDrawn="1"/>
        </p:nvSpPr>
        <p:spPr bwMode="auto">
          <a:xfrm>
            <a:off x="547951" y="2787774"/>
            <a:ext cx="3959992"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6" name="Picture Placeholder 2"/>
          <p:cNvSpPr>
            <a:spLocks noGrp="1"/>
          </p:cNvSpPr>
          <p:nvPr>
            <p:ph type="pic" idx="1" hasCustomPrompt="1"/>
          </p:nvPr>
        </p:nvSpPr>
        <p:spPr bwMode="auto">
          <a:xfrm>
            <a:off x="547951" y="1291508"/>
            <a:ext cx="3960000" cy="14042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7" name="Picture Placeholder 2"/>
          <p:cNvSpPr>
            <a:spLocks noGrp="1"/>
          </p:cNvSpPr>
          <p:nvPr>
            <p:ph type="pic" idx="12" hasCustomPrompt="1"/>
          </p:nvPr>
        </p:nvSpPr>
        <p:spPr bwMode="auto">
          <a:xfrm>
            <a:off x="4627657" y="3415795"/>
            <a:ext cx="3960000" cy="14042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8" name="Picture Placeholder 2"/>
          <p:cNvSpPr>
            <a:spLocks noGrp="1"/>
          </p:cNvSpPr>
          <p:nvPr>
            <p:ph type="pic" idx="13" hasCustomPrompt="1"/>
          </p:nvPr>
        </p:nvSpPr>
        <p:spPr bwMode="auto">
          <a:xfrm>
            <a:off x="4627657" y="1291508"/>
            <a:ext cx="3960000" cy="14042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9" name="Picture Placeholder 2"/>
          <p:cNvSpPr>
            <a:spLocks noGrp="1"/>
          </p:cNvSpPr>
          <p:nvPr>
            <p:ph type="pic" idx="14" hasCustomPrompt="1"/>
          </p:nvPr>
        </p:nvSpPr>
        <p:spPr bwMode="auto">
          <a:xfrm>
            <a:off x="547951" y="3415795"/>
            <a:ext cx="3960000" cy="14042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20" name="Rectangle 19"/>
          <p:cNvSpPr/>
          <p:nvPr userDrawn="1"/>
        </p:nvSpPr>
        <p:spPr bwMode="auto">
          <a:xfrm>
            <a:off x="4627664" y="2806574"/>
            <a:ext cx="3959992" cy="54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8_Images and Contents Layout">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0" y="181632"/>
            <a:ext cx="9144000" cy="576064"/>
          </a:xfrm>
          <a:prstGeom prst="rect">
            <a:avLst/>
          </a:prstGeom>
        </p:spPr>
        <p:txBody>
          <a:bodyPr anchor="ctr"/>
          <a:lstStyle>
            <a:lvl1pPr marL="0" indent="0" algn="ctr">
              <a:buNone/>
              <a:defRPr sz="3600" b="0">
                <a:latin typeface="+mj-lt"/>
                <a:cs typeface="Arial"/>
              </a:defRPr>
            </a:lvl1pPr>
          </a:lstStyle>
          <a:p>
            <a:pPr lvl="0">
              <a:defRPr/>
            </a:pPr>
            <a:r>
              <a:rPr lang="en-US"/>
              <a:t>IMAGES &amp; CONTENTS</a:t>
            </a:r>
            <a:endParaRPr/>
          </a:p>
        </p:txBody>
      </p:sp>
      <p:sp>
        <p:nvSpPr>
          <p:cNvPr id="4" name="Picture Placeholder 2"/>
          <p:cNvSpPr>
            <a:spLocks noGrp="1"/>
          </p:cNvSpPr>
          <p:nvPr>
            <p:ph type="pic" idx="1" hasCustomPrompt="1"/>
          </p:nvPr>
        </p:nvSpPr>
        <p:spPr bwMode="auto">
          <a:xfrm>
            <a:off x="323528" y="987574"/>
            <a:ext cx="4176464" cy="223224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5" name="Picture Placeholder 2"/>
          <p:cNvSpPr>
            <a:spLocks noGrp="1"/>
          </p:cNvSpPr>
          <p:nvPr>
            <p:ph type="pic" idx="12" hasCustomPrompt="1"/>
          </p:nvPr>
        </p:nvSpPr>
        <p:spPr bwMode="auto">
          <a:xfrm>
            <a:off x="4644008" y="2571750"/>
            <a:ext cx="4176464" cy="223224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8_Basic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23528" y="85378"/>
            <a:ext cx="7200800" cy="576064"/>
          </a:xfrm>
          <a:prstGeom prst="rect">
            <a:avLst/>
          </a:prstGeom>
        </p:spPr>
        <p:txBody>
          <a:bodyPr anchor="ctr"/>
          <a:lstStyle>
            <a:lvl1pPr marL="0" indent="0" algn="l">
              <a:buNone/>
              <a:defRPr sz="4000" b="0">
                <a:solidFill>
                  <a:schemeClr val="bg1"/>
                </a:solidFill>
                <a:latin typeface="+mj-lt"/>
                <a:cs typeface="Arial"/>
              </a:defRPr>
            </a:lvl1pPr>
          </a:lstStyle>
          <a:p>
            <a:pPr lvl="0">
              <a:defRPr/>
            </a:pPr>
            <a:r>
              <a:rPr lang="en-US"/>
              <a:t>IMAGES &amp; CONTENTS</a:t>
            </a:r>
            <a:endParaRPr/>
          </a:p>
        </p:txBody>
      </p:sp>
      <p:sp>
        <p:nvSpPr>
          <p:cNvPr id="11" name="Text Placeholder 9"/>
          <p:cNvSpPr>
            <a:spLocks noGrp="1"/>
          </p:cNvSpPr>
          <p:nvPr>
            <p:ph type="body" sz="quarter" idx="11" hasCustomPrompt="1"/>
          </p:nvPr>
        </p:nvSpPr>
        <p:spPr bwMode="auto">
          <a:xfrm>
            <a:off x="323528" y="661442"/>
            <a:ext cx="7200800" cy="288032"/>
          </a:xfrm>
          <a:prstGeom prst="rect">
            <a:avLst/>
          </a:prstGeom>
        </p:spPr>
        <p:txBody>
          <a:bodyPr anchor="ctr"/>
          <a:lstStyle>
            <a:lvl1pPr marL="0" indent="0" algn="l">
              <a:buNone/>
              <a:defRPr sz="1400" b="0">
                <a:solidFill>
                  <a:schemeClr val="bg1"/>
                </a:solidFill>
                <a:latin typeface="+mn-lt"/>
                <a:cs typeface="Arial"/>
              </a:defRPr>
            </a:lvl1pPr>
          </a:lstStyle>
          <a:p>
            <a:pPr lvl="0">
              <a:defRPr/>
            </a:pPr>
            <a:r>
              <a:rPr lang="en-US"/>
              <a:t>Insert the title of your subtitle Here</a:t>
            </a:r>
            <a:endParaRPr/>
          </a:p>
        </p:txBody>
      </p:sp>
      <p:sp>
        <p:nvSpPr>
          <p:cNvPr id="2" name="Rectangle 1"/>
          <p:cNvSpPr/>
          <p:nvPr userDrawn="1"/>
        </p:nvSpPr>
        <p:spPr bwMode="auto">
          <a:xfrm>
            <a:off x="0" y="0"/>
            <a:ext cx="193770" cy="10372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 name="Picture Placeholder 2"/>
          <p:cNvSpPr>
            <a:spLocks noGrp="1"/>
          </p:cNvSpPr>
          <p:nvPr>
            <p:ph type="pic" idx="1" hasCustomPrompt="1"/>
          </p:nvPr>
        </p:nvSpPr>
        <p:spPr bwMode="auto">
          <a:xfrm>
            <a:off x="323528" y="1315361"/>
            <a:ext cx="4176464" cy="194421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
        <p:nvSpPr>
          <p:cNvPr id="9" name="Picture Placeholder 2"/>
          <p:cNvSpPr>
            <a:spLocks noGrp="1"/>
          </p:cNvSpPr>
          <p:nvPr>
            <p:ph type="pic" idx="12" hasCustomPrompt="1"/>
          </p:nvPr>
        </p:nvSpPr>
        <p:spPr bwMode="auto">
          <a:xfrm>
            <a:off x="4644008" y="2899537"/>
            <a:ext cx="4176464" cy="194421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7_Images and Contents Layout">
    <p:spTree>
      <p:nvGrpSpPr>
        <p:cNvPr id="1" name=""/>
        <p:cNvGrpSpPr/>
        <p:nvPr/>
      </p:nvGrpSpPr>
      <p:grpSpPr bwMode="auto">
        <a:xfrm>
          <a:off x="0" y="0"/>
          <a:ext cx="0" cy="0"/>
          <a:chOff x="0" y="0"/>
          <a:chExt cx="0" cy="0"/>
        </a:xfrm>
      </p:grpSpPr>
      <p:sp>
        <p:nvSpPr>
          <p:cNvPr id="4" name="Picture Placeholder 2"/>
          <p:cNvSpPr>
            <a:spLocks noGrp="1"/>
          </p:cNvSpPr>
          <p:nvPr>
            <p:ph type="pic" idx="1" hasCustomPrompt="1"/>
          </p:nvPr>
        </p:nvSpPr>
        <p:spPr bwMode="auto">
          <a:xfrm>
            <a:off x="0" y="0"/>
            <a:ext cx="9144000" cy="51435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Your Picture Here</a:t>
            </a:r>
            <a:endParaRPr lang="ko-K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shapes sets layout">
    <p:bg>
      <p:bgPr shadeToTitle="0">
        <a:blipFill>
          <a:blip r:embed="rId2">
            <a:lum/>
          </a:blip>
          <a:stretch/>
        </a:blipFill>
      </p:bgPr>
    </p:bg>
    <p:spTree>
      <p:nvGrpSpPr>
        <p:cNvPr id="1" name=""/>
        <p:cNvGrpSpPr/>
        <p:nvPr/>
      </p:nvGrpSpPr>
      <p:grpSpPr bwMode="auto">
        <a:xfrm>
          <a:off x="0" y="0"/>
          <a:ext cx="0" cy="0"/>
          <a:chOff x="0" y="0"/>
          <a:chExt cx="0" cy="0"/>
        </a:xfrm>
      </p:grpSpPr>
      <p:sp>
        <p:nvSpPr>
          <p:cNvPr id="2" name="Text Placeholder 9"/>
          <p:cNvSpPr>
            <a:spLocks noGrp="1"/>
          </p:cNvSpPr>
          <p:nvPr>
            <p:ph type="body" sz="quarter" idx="10" hasCustomPrompt="1"/>
          </p:nvPr>
        </p:nvSpPr>
        <p:spPr bwMode="auto">
          <a:xfrm>
            <a:off x="242646" y="92609"/>
            <a:ext cx="8679898" cy="543185"/>
          </a:xfrm>
          <a:prstGeom prst="rect">
            <a:avLst/>
          </a:prstGeom>
        </p:spPr>
        <p:txBody>
          <a:bodyPr anchor="ctr"/>
          <a:lstStyle>
            <a:lvl1pPr marL="0" indent="0" algn="ctr">
              <a:buNone/>
              <a:defRPr sz="4050" b="0">
                <a:solidFill>
                  <a:schemeClr val="tx1">
                    <a:lumMod val="85000"/>
                    <a:lumOff val="15000"/>
                  </a:schemeClr>
                </a:solidFill>
                <a:latin typeface="+mj-lt"/>
                <a:cs typeface="Arial"/>
              </a:defRPr>
            </a:lvl1pPr>
          </a:lstStyle>
          <a:p>
            <a:pPr>
              <a:defRPr/>
            </a:pPr>
            <a:r>
              <a:rPr lang="en-US"/>
              <a:t>Fully Editable Shapes</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icon sets layout">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0" y="123477"/>
            <a:ext cx="9144000" cy="576064"/>
          </a:xfrm>
          <a:prstGeom prst="rect">
            <a:avLst/>
          </a:prstGeom>
        </p:spPr>
        <p:txBody>
          <a:bodyPr anchor="ctr"/>
          <a:lstStyle>
            <a:lvl1pPr marL="0" indent="0" algn="ctr">
              <a:buNone/>
              <a:defRPr sz="3600" b="0">
                <a:solidFill>
                  <a:schemeClr val="tx1">
                    <a:lumMod val="75000"/>
                    <a:lumOff val="25000"/>
                  </a:schemeClr>
                </a:solidFill>
                <a:latin typeface="+mn-lt"/>
                <a:cs typeface="Arial"/>
              </a:defRPr>
            </a:lvl1pPr>
          </a:lstStyle>
          <a:p>
            <a:pPr lvl="0">
              <a:defRPr/>
            </a:pPr>
            <a:r>
              <a:rPr lang="en-US"/>
              <a:t>ICON SETS LAYOUT</a:t>
            </a:r>
            <a:endParaRPr/>
          </a:p>
        </p:txBody>
      </p:sp>
      <p:grpSp>
        <p:nvGrpSpPr>
          <p:cNvPr id="5" name="Group 4"/>
          <p:cNvGrpSpPr/>
          <p:nvPr userDrawn="1"/>
        </p:nvGrpSpPr>
        <p:grpSpPr bwMode="auto">
          <a:xfrm>
            <a:off x="354008" y="1131589"/>
            <a:ext cx="2849840" cy="3649171"/>
            <a:chOff x="354008" y="1131589"/>
            <a:chExt cx="2849840" cy="3649171"/>
          </a:xfrm>
        </p:grpSpPr>
        <p:sp>
          <p:nvSpPr>
            <p:cNvPr id="6" name="Rounded Rectangle 5"/>
            <p:cNvSpPr/>
            <p:nvPr/>
          </p:nvSpPr>
          <p:spPr bwMode="auto">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9" name="Rounded Rectangle 8"/>
            <p:cNvSpPr/>
            <p:nvPr/>
          </p:nvSpPr>
          <p:spPr bwMode="auto">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bg1"/>
                </a:solidFill>
              </a:endParaRPr>
            </a:p>
          </p:txBody>
        </p:sp>
        <p:sp>
          <p:nvSpPr>
            <p:cNvPr id="12" name="Half Frame 11"/>
            <p:cNvSpPr/>
            <p:nvPr/>
          </p:nvSpPr>
          <p:spPr bwMode="auto">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Cover Slide layout">
    <p:bg>
      <p:bgPr shadeToTitle="0">
        <a:blipFill>
          <a:blip r:embed="rId2">
            <a:lum/>
          </a:blip>
          <a:stretch/>
        </a:blipFill>
      </p:bgPr>
    </p:bg>
    <p:spTree>
      <p:nvGrpSpPr>
        <p:cNvPr id="1" name=""/>
        <p:cNvGrpSpPr/>
        <p:nvPr/>
      </p:nvGrpSpPr>
      <p:grpSpPr bwMode="auto">
        <a:xfrm>
          <a:off x="0" y="0"/>
          <a:ext cx="0" cy="0"/>
          <a:chOff x="0" y="0"/>
          <a:chExt cx="0" cy="0"/>
        </a:xfrm>
      </p:grpSpPr>
      <p:sp>
        <p:nvSpPr>
          <p:cNvPr id="10" name="Text Placeholder 9"/>
          <p:cNvSpPr>
            <a:spLocks noGrp="1"/>
          </p:cNvSpPr>
          <p:nvPr>
            <p:ph type="body" sz="quarter" idx="10" hasCustomPrompt="1"/>
          </p:nvPr>
        </p:nvSpPr>
        <p:spPr bwMode="auto">
          <a:xfrm>
            <a:off x="395536" y="3003798"/>
            <a:ext cx="4032448" cy="1152129"/>
          </a:xfrm>
          <a:prstGeom prst="rect">
            <a:avLst/>
          </a:prstGeom>
        </p:spPr>
        <p:txBody>
          <a:bodyPr anchor="ctr"/>
          <a:lstStyle>
            <a:lvl1pPr marL="0" indent="0" algn="l">
              <a:lnSpc>
                <a:spcPct val="100000"/>
              </a:lnSpc>
              <a:buNone/>
              <a:defRPr sz="3600" b="0">
                <a:solidFill>
                  <a:schemeClr val="bg1"/>
                </a:solidFill>
                <a:latin typeface="+mj-lt"/>
                <a:cs typeface="Arial"/>
              </a:defRPr>
            </a:lvl1pPr>
          </a:lstStyle>
          <a:p>
            <a:pPr lvl="0">
              <a:defRPr/>
            </a:pPr>
            <a:r>
              <a:rPr lang="en-US">
                <a:ea typeface="맑은 고딕"/>
              </a:rPr>
              <a:t>FREE PPT </a:t>
            </a:r>
            <a:endParaRPr/>
          </a:p>
          <a:p>
            <a:pPr lvl="0">
              <a:defRPr/>
            </a:pPr>
            <a:r>
              <a:rPr lang="en-US">
                <a:ea typeface="맑은 고딕"/>
              </a:rPr>
              <a:t>TEMPLATES</a:t>
            </a:r>
            <a:endParaRPr lang="en-US"/>
          </a:p>
        </p:txBody>
      </p:sp>
      <p:sp>
        <p:nvSpPr>
          <p:cNvPr id="11" name="Text Placeholder 9"/>
          <p:cNvSpPr>
            <a:spLocks noGrp="1"/>
          </p:cNvSpPr>
          <p:nvPr>
            <p:ph type="body" sz="quarter" idx="11" hasCustomPrompt="1"/>
          </p:nvPr>
        </p:nvSpPr>
        <p:spPr bwMode="auto">
          <a:xfrm>
            <a:off x="395388" y="4155926"/>
            <a:ext cx="4032448" cy="576064"/>
          </a:xfrm>
          <a:prstGeom prst="rect">
            <a:avLst/>
          </a:prstGeom>
        </p:spPr>
        <p:txBody>
          <a:bodyPr anchor="ctr"/>
          <a:lstStyle>
            <a:lvl1pPr marL="0" indent="0" algn="l">
              <a:lnSpc>
                <a:spcPct val="100000"/>
              </a:lnSpc>
              <a:buNone/>
              <a:defRPr sz="1400" b="0">
                <a:solidFill>
                  <a:schemeClr val="bg1"/>
                </a:solidFill>
                <a:latin typeface="+mn-lt"/>
                <a:cs typeface="Arial"/>
              </a:defRPr>
            </a:lvl1pPr>
          </a:lstStyle>
          <a:p>
            <a:pPr lvl="0">
              <a:defRPr/>
            </a:pPr>
            <a:r>
              <a:rPr lang="en-US"/>
              <a:t>INSTERT THE TITLE</a:t>
            </a:r>
            <a:endParaRPr/>
          </a:p>
          <a:p>
            <a:pPr lvl="0">
              <a:defRPr/>
            </a:pPr>
            <a:r>
              <a:rPr lang="en-US"/>
              <a:t>OF YOUR PRESENTATION HERE</a:t>
            </a:r>
            <a:endParaRPr lang="ko-K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End Slide Layout">
    <p:bg>
      <p:bgPr shadeToTitle="0">
        <a:blipFill>
          <a:blip r:embed="rId2">
            <a:lum/>
          </a:blip>
          <a:stretch/>
        </a:blipFill>
      </p:bgPr>
    </p:bg>
    <p:spTree>
      <p:nvGrpSpPr>
        <p:cNvPr id="1" name=""/>
        <p:cNvGrpSpPr/>
        <p:nvPr/>
      </p:nvGrpSpPr>
      <p:grpSpPr bwMode="auto">
        <a:xfrm>
          <a:off x="0" y="0"/>
          <a:ext cx="0" cy="0"/>
          <a:chOff x="0" y="0"/>
          <a:chExt cx="0" cy="0"/>
        </a:xfrm>
      </p:grpSpPr>
      <p:grpSp>
        <p:nvGrpSpPr>
          <p:cNvPr id="3" name="Group 2"/>
          <p:cNvGrpSpPr/>
          <p:nvPr userDrawn="1"/>
        </p:nvGrpSpPr>
        <p:grpSpPr bwMode="auto">
          <a:xfrm>
            <a:off x="2699792" y="699542"/>
            <a:ext cx="3744416" cy="3744416"/>
            <a:chOff x="2699792" y="699542"/>
            <a:chExt cx="3744416" cy="3744416"/>
          </a:xfrm>
        </p:grpSpPr>
        <p:sp>
          <p:nvSpPr>
            <p:cNvPr id="2" name="Oval 1"/>
            <p:cNvSpPr/>
            <p:nvPr userDrawn="1"/>
          </p:nvSpPr>
          <p:spPr bwMode="auto">
            <a:xfrm>
              <a:off x="2699792" y="699542"/>
              <a:ext cx="3744416" cy="3744416"/>
            </a:xfrm>
            <a:prstGeom prst="ellipse">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Oval 4"/>
            <p:cNvSpPr/>
            <p:nvPr userDrawn="1"/>
          </p:nvSpPr>
          <p:spPr bwMode="auto">
            <a:xfrm>
              <a:off x="2836962" y="836712"/>
              <a:ext cx="3470076" cy="3470076"/>
            </a:xfrm>
            <a:prstGeom prst="ellipse">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4" name="Group 3"/>
          <p:cNvGrpSpPr/>
          <p:nvPr userDrawn="1"/>
        </p:nvGrpSpPr>
        <p:grpSpPr bwMode="auto">
          <a:xfrm>
            <a:off x="5847953" y="984628"/>
            <a:ext cx="999728" cy="994953"/>
            <a:chOff x="6127601" y="487152"/>
            <a:chExt cx="999728" cy="994953"/>
          </a:xfrm>
        </p:grpSpPr>
        <p:sp>
          <p:nvSpPr>
            <p:cNvPr id="8" name="Oval 7"/>
            <p:cNvSpPr/>
            <p:nvPr userDrawn="1"/>
          </p:nvSpPr>
          <p:spPr bwMode="auto">
            <a:xfrm>
              <a:off x="6127601" y="762025"/>
              <a:ext cx="720080" cy="720080"/>
            </a:xfrm>
            <a:prstGeom prst="ellipse">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Oval 8"/>
            <p:cNvSpPr/>
            <p:nvPr userDrawn="1"/>
          </p:nvSpPr>
          <p:spPr bwMode="auto">
            <a:xfrm>
              <a:off x="6847681" y="621668"/>
              <a:ext cx="279648" cy="279648"/>
            </a:xfrm>
            <a:prstGeom prst="ellipse">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 name="Oval 11"/>
            <p:cNvSpPr/>
            <p:nvPr userDrawn="1"/>
          </p:nvSpPr>
          <p:spPr bwMode="auto">
            <a:xfrm>
              <a:off x="6475870" y="487152"/>
              <a:ext cx="139824" cy="139824"/>
            </a:xfrm>
            <a:prstGeom prst="ellipse">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slideLayout" Target="../slideLayouts/slideLayout16.xml"/><Relationship Id="rId16" Type="http://schemas.openxmlformats.org/officeDocument/2006/relationships/slideLayout" Target="../slideLayouts/slideLayout17.xml"/><Relationship Id="rId17" Type="http://schemas.openxmlformats.org/officeDocument/2006/relationships/slideLayout" Target="../slideLayouts/slideLayout18.xml"/><Relationship Id="rId18" Type="http://schemas.openxmlformats.org/officeDocument/2006/relationships/slideLayout" Target="../slideLayouts/slideLayout19.xml"/><Relationship Id="rId19" Type="http://schemas.openxmlformats.org/officeDocument/2006/relationships/theme" Target="../theme/theme2.xml"/></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71" r:id="rId2"/>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10"/>
          </p:nvPr>
        </p:nvSpPr>
        <p:spPr bwMode="auto"/>
        <p:txBody>
          <a:bodyPr/>
          <a:lstStyle/>
          <a:p>
            <a:pPr>
              <a:defRPr/>
            </a:pPr>
            <a:r>
              <a:rPr lang="en-US">
                <a:latin typeface="hooge 05_53"/>
                <a:cs typeface="hooge 05_53"/>
              </a:rPr>
              <a:t>Agami OS</a:t>
            </a:r>
            <a:endParaRPr lang="ko-KR"/>
          </a:p>
        </p:txBody>
      </p:sp>
      <p:sp>
        <p:nvSpPr>
          <p:cNvPr id="3" name="Text Placeholder 2"/>
          <p:cNvSpPr>
            <a:spLocks noGrp="1"/>
          </p:cNvSpPr>
          <p:nvPr>
            <p:ph type="body" sz="quarter" idx="11"/>
          </p:nvPr>
        </p:nvSpPr>
        <p:spPr bwMode="auto"/>
        <p:txBody>
          <a:bodyPr/>
          <a:lstStyle/>
          <a:p>
            <a:pPr lvl="0">
              <a:defRPr/>
            </a:pPr>
            <a:r>
              <a:rPr lang="en-US" sz="1400" b="0" i="0" u="none" strike="noStrike" cap="none" spc="0">
                <a:solidFill>
                  <a:schemeClr val="tx1">
                    <a:lumMod val="75000"/>
                    <a:lumOff val="25000"/>
                  </a:schemeClr>
                </a:solidFill>
                <a:latin typeface="Arial"/>
                <a:cs typeface="Arial"/>
              </a:rPr>
              <a:t>Discover a New Era of Computing</a:t>
            </a:r>
            <a:endParaRPr/>
          </a:p>
        </p:txBody>
      </p:sp>
      <p:pic>
        <p:nvPicPr>
          <p:cNvPr id="1254527349" name=""/>
          <p:cNvPicPr>
            <a:picLocks noChangeAspect="1"/>
          </p:cNvPicPr>
          <p:nvPr/>
        </p:nvPicPr>
        <p:blipFill>
          <a:blip r:embed="rId2"/>
          <a:stretch/>
        </p:blipFill>
        <p:spPr bwMode="auto">
          <a:xfrm flipH="0" flipV="0">
            <a:off x="4707749" y="2099794"/>
            <a:ext cx="914797" cy="91479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Rounded Rectangle 3"/>
          <p:cNvSpPr/>
          <p:nvPr/>
        </p:nvSpPr>
        <p:spPr bwMode="auto">
          <a:xfrm>
            <a:off x="2411760" y="301402"/>
            <a:ext cx="6732240" cy="701030"/>
          </a:xfrm>
          <a:custGeom>
            <a:avLst/>
            <a:gdLst/>
            <a:ahLst/>
            <a:cxnLst/>
            <a:rect l="l" t="t" r="r" b="b"/>
            <a:pathLst>
              <a:path w="6291808" h="701030" fill="norm" stroke="1" extrusionOk="0">
                <a:moveTo>
                  <a:pt x="350515" y="0"/>
                </a:moveTo>
                <a:lnTo>
                  <a:pt x="6291808" y="0"/>
                </a:lnTo>
                <a:lnTo>
                  <a:pt x="6291808" y="701030"/>
                </a:lnTo>
                <a:lnTo>
                  <a:pt x="350515" y="701030"/>
                </a:lnTo>
                <a:cubicBezTo>
                  <a:pt x="156931" y="701030"/>
                  <a:pt x="0" y="544099"/>
                  <a:pt x="0" y="350515"/>
                </a:cubicBezTo>
                <a:cubicBezTo>
                  <a:pt x="0" y="156931"/>
                  <a:pt x="156931" y="0"/>
                  <a:pt x="35051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 name="Title 2"/>
          <p:cNvSpPr txBox="1"/>
          <p:nvPr/>
        </p:nvSpPr>
        <p:spPr bwMode="auto">
          <a:xfrm>
            <a:off x="2797898" y="339502"/>
            <a:ext cx="6346102" cy="576064"/>
          </a:xfrm>
          <a:prstGeom prst="rect">
            <a:avLst/>
          </a:prstGeom>
        </p:spPr>
        <p:txBody>
          <a:bodyPr anchor="ctr"/>
          <a:lstStyle>
            <a:lvl1pPr algn="ctr" defTabSz="914400">
              <a:spcBef>
                <a:spcPts val="0"/>
              </a:spcBef>
              <a:buNone/>
              <a:defRPr sz="4400">
                <a:solidFill>
                  <a:schemeClr val="tx1"/>
                </a:solidFill>
                <a:latin typeface="+mj-lt"/>
                <a:ea typeface="+mj-ea"/>
                <a:cs typeface="+mj-cs"/>
              </a:defRPr>
            </a:lvl1pPr>
          </a:lstStyle>
          <a:p>
            <a:pPr algn="l">
              <a:defRPr/>
            </a:pPr>
            <a:r>
              <a:rPr lang="en-US" sz="3600" b="0" i="0" u="none" strike="noStrike" cap="none" spc="0">
                <a:solidFill>
                  <a:schemeClr val="bg1"/>
                </a:solidFill>
                <a:latin typeface="Arial"/>
                <a:cs typeface="Arial"/>
              </a:rPr>
              <a:t>Contents</a:t>
            </a:r>
            <a:endParaRPr/>
          </a:p>
        </p:txBody>
      </p:sp>
      <p:sp>
        <p:nvSpPr>
          <p:cNvPr id="5" name="Oval 4"/>
          <p:cNvSpPr/>
          <p:nvPr/>
        </p:nvSpPr>
        <p:spPr bwMode="auto">
          <a:xfrm>
            <a:off x="3131840" y="1386347"/>
            <a:ext cx="720080" cy="72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 name="Oval 5"/>
          <p:cNvSpPr/>
          <p:nvPr/>
        </p:nvSpPr>
        <p:spPr bwMode="auto">
          <a:xfrm>
            <a:off x="2579778" y="2277586"/>
            <a:ext cx="720080" cy="7200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Oval 6"/>
          <p:cNvSpPr/>
          <p:nvPr/>
        </p:nvSpPr>
        <p:spPr bwMode="auto">
          <a:xfrm>
            <a:off x="2027717" y="3168824"/>
            <a:ext cx="720080" cy="72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 name="Oval 7"/>
          <p:cNvSpPr/>
          <p:nvPr/>
        </p:nvSpPr>
        <p:spPr bwMode="auto">
          <a:xfrm>
            <a:off x="1475656" y="4060065"/>
            <a:ext cx="720080" cy="7200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0" name="Group 9"/>
          <p:cNvGrpSpPr/>
          <p:nvPr/>
        </p:nvGrpSpPr>
        <p:grpSpPr bwMode="auto">
          <a:xfrm>
            <a:off x="3995935" y="1308120"/>
            <a:ext cx="5101575" cy="856424"/>
            <a:chOff x="0" y="0"/>
            <a:chExt cx="5101575" cy="856424"/>
          </a:xfrm>
        </p:grpSpPr>
        <p:sp>
          <p:nvSpPr>
            <p:cNvPr id="11" name="TextBox 10"/>
            <p:cNvSpPr txBox="1"/>
            <p:nvPr/>
          </p:nvSpPr>
          <p:spPr bwMode="auto">
            <a:xfrm flipH="0" flipV="0">
              <a:off x="0" y="216308"/>
              <a:ext cx="5101575" cy="64011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Overview of the AgamiOS operating system</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Benefits of using open-source software</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Key features of AgamiOS and its impact on the IT industry inBangladesh</a:t>
              </a:r>
              <a:endParaRPr lang="ko-KR" sz="1200">
                <a:solidFill>
                  <a:schemeClr val="tx1">
                    <a:lumMod val="75000"/>
                    <a:lumOff val="25000"/>
                  </a:schemeClr>
                </a:solidFill>
                <a:cs typeface="Arial"/>
              </a:endParaRPr>
            </a:p>
          </p:txBody>
        </p:sp>
        <p:sp>
          <p:nvSpPr>
            <p:cNvPr id="12" name="TextBox 11"/>
            <p:cNvSpPr txBox="1"/>
            <p:nvPr/>
          </p:nvSpPr>
          <p:spPr bwMode="auto">
            <a:xfrm>
              <a:off x="0" y="0"/>
              <a:ext cx="4608547"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Introduction</a:t>
              </a:r>
              <a:endParaRPr lang="ko-KR" sz="1200" b="1">
                <a:solidFill>
                  <a:schemeClr val="tx1">
                    <a:lumMod val="75000"/>
                    <a:lumOff val="25000"/>
                  </a:schemeClr>
                </a:solidFill>
                <a:cs typeface="Arial"/>
              </a:endParaRPr>
            </a:p>
          </p:txBody>
        </p:sp>
      </p:grpSp>
      <p:grpSp>
        <p:nvGrpSpPr>
          <p:cNvPr id="13" name="Group 12"/>
          <p:cNvGrpSpPr/>
          <p:nvPr/>
        </p:nvGrpSpPr>
        <p:grpSpPr bwMode="auto">
          <a:xfrm>
            <a:off x="3443130" y="2269614"/>
            <a:ext cx="4608691" cy="847959"/>
            <a:chOff x="0" y="0"/>
            <a:chExt cx="4608691" cy="847959"/>
          </a:xfrm>
        </p:grpSpPr>
        <p:sp>
          <p:nvSpPr>
            <p:cNvPr id="14" name="TextBox 13"/>
            <p:cNvSpPr txBox="1"/>
            <p:nvPr/>
          </p:nvSpPr>
          <p:spPr bwMode="auto">
            <a:xfrm flipH="0" flipV="0">
              <a:off x="0" y="207843"/>
              <a:ext cx="4608691" cy="64011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Overview of the development process</a:t>
              </a:r>
              <a:endParaRPr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Description of the architecture and design of AgamiOS</a:t>
              </a:r>
              <a:endParaRPr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Importance of the QT Toolkit in the development of AgamiOS</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5" name="TextBox 14"/>
            <p:cNvSpPr txBox="1"/>
            <p:nvPr/>
          </p:nvSpPr>
          <p:spPr bwMode="auto">
            <a:xfrm>
              <a:off x="0" y="0"/>
              <a:ext cx="4608547"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The Development and Design</a:t>
              </a:r>
              <a:endParaRPr lang="ko-KR" sz="1200" b="1">
                <a:solidFill>
                  <a:schemeClr val="tx1">
                    <a:lumMod val="75000"/>
                    <a:lumOff val="25000"/>
                  </a:schemeClr>
                </a:solidFill>
                <a:cs typeface="Arial"/>
              </a:endParaRPr>
            </a:p>
          </p:txBody>
        </p:sp>
      </p:grpSp>
      <p:grpSp>
        <p:nvGrpSpPr>
          <p:cNvPr id="16" name="Group 15"/>
          <p:cNvGrpSpPr/>
          <p:nvPr/>
        </p:nvGrpSpPr>
        <p:grpSpPr bwMode="auto">
          <a:xfrm>
            <a:off x="2890324" y="3190858"/>
            <a:ext cx="6088015" cy="866276"/>
            <a:chOff x="0" y="0"/>
            <a:chExt cx="6088015" cy="866276"/>
          </a:xfrm>
        </p:grpSpPr>
        <p:sp>
          <p:nvSpPr>
            <p:cNvPr id="17" name="TextBox 16"/>
            <p:cNvSpPr txBox="1"/>
            <p:nvPr/>
          </p:nvSpPr>
          <p:spPr bwMode="auto">
            <a:xfrm flipH="0" flipV="0">
              <a:off x="0" y="226160"/>
              <a:ext cx="6088015" cy="64011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Comparison with other operating systems</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Security benefits of using AgamiOS &amp; </a:t>
              </a:r>
              <a:r>
                <a:rPr lang="en-US" sz="1200" b="0" i="0" u="none" strike="noStrike" cap="none" spc="0">
                  <a:solidFill>
                    <a:schemeClr val="tx1">
                      <a:lumMod val="75000"/>
                      <a:lumOff val="25000"/>
                    </a:schemeClr>
                  </a:solidFill>
                  <a:latin typeface="Arial"/>
                  <a:cs typeface="Arial"/>
                </a:rPr>
                <a:t>Integration with mobile devices and desktop PCs</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Access to thousands of apps and games through the Software Center</a:t>
              </a:r>
              <a:endParaRPr lang="ko-KR" sz="1200">
                <a:solidFill>
                  <a:schemeClr val="tx1">
                    <a:lumMod val="75000"/>
                    <a:lumOff val="25000"/>
                  </a:schemeClr>
                </a:solidFill>
                <a:cs typeface="Arial"/>
              </a:endParaRPr>
            </a:p>
          </p:txBody>
        </p:sp>
        <p:sp>
          <p:nvSpPr>
            <p:cNvPr id="18" name="TextBox 17"/>
            <p:cNvSpPr txBox="1"/>
            <p:nvPr/>
          </p:nvSpPr>
          <p:spPr bwMode="auto">
            <a:xfrm>
              <a:off x="0" y="0"/>
              <a:ext cx="4608547"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Advantages and Benefits</a:t>
              </a:r>
              <a:endParaRPr lang="ko-KR" sz="1200" b="1">
                <a:solidFill>
                  <a:schemeClr val="tx1">
                    <a:lumMod val="75000"/>
                    <a:lumOff val="25000"/>
                  </a:schemeClr>
                </a:solidFill>
                <a:cs typeface="Arial"/>
              </a:endParaRPr>
            </a:p>
          </p:txBody>
        </p:sp>
      </p:grpSp>
      <p:grpSp>
        <p:nvGrpSpPr>
          <p:cNvPr id="19" name="Group 18"/>
          <p:cNvGrpSpPr/>
          <p:nvPr/>
        </p:nvGrpSpPr>
        <p:grpSpPr bwMode="auto">
          <a:xfrm>
            <a:off x="2337518" y="4060064"/>
            <a:ext cx="4608907" cy="1012240"/>
            <a:chOff x="0" y="0"/>
            <a:chExt cx="4608907" cy="1012240"/>
          </a:xfrm>
        </p:grpSpPr>
        <p:sp>
          <p:nvSpPr>
            <p:cNvPr id="20" name="TextBox 19"/>
            <p:cNvSpPr txBox="1"/>
            <p:nvPr/>
          </p:nvSpPr>
          <p:spPr bwMode="auto">
            <a:xfrm flipH="0" flipV="0">
              <a:off x="0" y="189244"/>
              <a:ext cx="4608907" cy="82299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Government support for AgamiOS</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Plans for the adoption of AgamiOS in the educational sector</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Potential impact on the business sector</a:t>
              </a:r>
              <a:endParaRPr lang="en-US" sz="1200" b="0" i="0" u="none" strike="noStrike" cap="none" spc="0">
                <a:solidFill>
                  <a:schemeClr val="tx1">
                    <a:lumMod val="75000"/>
                    <a:lumOff val="25000"/>
                  </a:schemeClr>
                </a:solidFill>
                <a:latin typeface="Arial"/>
                <a:cs typeface="Arial"/>
              </a:endParaRPr>
            </a:p>
            <a:p>
              <a:pPr>
                <a:defRPr/>
              </a:pPr>
              <a:r>
                <a:rPr lang="en-US" sz="1200" b="0" i="0" u="none" strike="noStrike" cap="none" spc="0">
                  <a:solidFill>
                    <a:schemeClr val="tx1">
                      <a:lumMod val="75000"/>
                      <a:lumOff val="25000"/>
                    </a:schemeClr>
                  </a:solidFill>
                  <a:latin typeface="Arial"/>
                  <a:cs typeface="Arial"/>
                </a:rPr>
                <a:t>Future developments and improvements for AgamiOS</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21" name="TextBox 20"/>
            <p:cNvSpPr txBox="1"/>
            <p:nvPr/>
          </p:nvSpPr>
          <p:spPr bwMode="auto">
            <a:xfrm flipH="0" flipV="0">
              <a:off x="0" y="0"/>
              <a:ext cx="4608619"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Implementation and Future</a:t>
              </a:r>
              <a:endParaRPr lang="ko-KR" sz="1200" b="1">
                <a:solidFill>
                  <a:schemeClr val="tx1">
                    <a:lumMod val="75000"/>
                    <a:lumOff val="25000"/>
                  </a:schemeClr>
                </a:solidFill>
                <a:cs typeface="Arial"/>
              </a:endParaRPr>
            </a:p>
          </p:txBody>
        </p:sp>
      </p:grpSp>
      <p:sp>
        <p:nvSpPr>
          <p:cNvPr id="22" name="TextBox 21"/>
          <p:cNvSpPr txBox="1"/>
          <p:nvPr/>
        </p:nvSpPr>
        <p:spPr bwMode="auto">
          <a:xfrm>
            <a:off x="3131839" y="1515555"/>
            <a:ext cx="720082" cy="461665"/>
          </a:xfrm>
          <a:prstGeom prst="rect">
            <a:avLst/>
          </a:prstGeom>
          <a:noFill/>
        </p:spPr>
        <p:txBody>
          <a:bodyPr wrap="square" rtlCol="0" anchor="ctr">
            <a:spAutoFit/>
          </a:bodyPr>
          <a:lstStyle/>
          <a:p>
            <a:pPr algn="ctr">
              <a:defRPr/>
            </a:pPr>
            <a:r>
              <a:rPr lang="en-US" sz="2400" b="1">
                <a:solidFill>
                  <a:schemeClr val="bg1"/>
                </a:solidFill>
                <a:cs typeface="Arial"/>
              </a:rPr>
              <a:t>01</a:t>
            </a:r>
            <a:endParaRPr lang="ko-KR" sz="2400" b="1">
              <a:solidFill>
                <a:schemeClr val="bg1"/>
              </a:solidFill>
              <a:cs typeface="Arial"/>
            </a:endParaRPr>
          </a:p>
        </p:txBody>
      </p:sp>
      <p:sp>
        <p:nvSpPr>
          <p:cNvPr id="23" name="TextBox 22"/>
          <p:cNvSpPr txBox="1"/>
          <p:nvPr/>
        </p:nvSpPr>
        <p:spPr bwMode="auto">
          <a:xfrm>
            <a:off x="2579776" y="2406793"/>
            <a:ext cx="720082" cy="461665"/>
          </a:xfrm>
          <a:prstGeom prst="rect">
            <a:avLst/>
          </a:prstGeom>
          <a:noFill/>
        </p:spPr>
        <p:txBody>
          <a:bodyPr wrap="square" rtlCol="0" anchor="ctr">
            <a:spAutoFit/>
          </a:bodyPr>
          <a:lstStyle/>
          <a:p>
            <a:pPr algn="ctr">
              <a:defRPr/>
            </a:pPr>
            <a:r>
              <a:rPr lang="en-US" sz="2400" b="1">
                <a:solidFill>
                  <a:schemeClr val="bg1"/>
                </a:solidFill>
                <a:cs typeface="Arial"/>
              </a:rPr>
              <a:t>02</a:t>
            </a:r>
            <a:endParaRPr lang="ko-KR" sz="2400" b="1">
              <a:solidFill>
                <a:schemeClr val="bg1"/>
              </a:solidFill>
              <a:cs typeface="Arial"/>
            </a:endParaRPr>
          </a:p>
        </p:txBody>
      </p:sp>
      <p:sp>
        <p:nvSpPr>
          <p:cNvPr id="24" name="TextBox 23"/>
          <p:cNvSpPr txBox="1"/>
          <p:nvPr/>
        </p:nvSpPr>
        <p:spPr bwMode="auto">
          <a:xfrm>
            <a:off x="2027713" y="3298031"/>
            <a:ext cx="720082" cy="461665"/>
          </a:xfrm>
          <a:prstGeom prst="rect">
            <a:avLst/>
          </a:prstGeom>
          <a:noFill/>
        </p:spPr>
        <p:txBody>
          <a:bodyPr wrap="square" rtlCol="0" anchor="ctr">
            <a:spAutoFit/>
          </a:bodyPr>
          <a:lstStyle/>
          <a:p>
            <a:pPr algn="ctr">
              <a:defRPr/>
            </a:pPr>
            <a:r>
              <a:rPr lang="en-US" sz="2400" b="1">
                <a:solidFill>
                  <a:schemeClr val="bg1"/>
                </a:solidFill>
                <a:cs typeface="Arial"/>
              </a:rPr>
              <a:t>03</a:t>
            </a:r>
            <a:endParaRPr lang="ko-KR" sz="2400" b="1">
              <a:solidFill>
                <a:schemeClr val="bg1"/>
              </a:solidFill>
              <a:cs typeface="Arial"/>
            </a:endParaRPr>
          </a:p>
        </p:txBody>
      </p:sp>
      <p:sp>
        <p:nvSpPr>
          <p:cNvPr id="25" name="TextBox 24"/>
          <p:cNvSpPr txBox="1"/>
          <p:nvPr/>
        </p:nvSpPr>
        <p:spPr bwMode="auto">
          <a:xfrm>
            <a:off x="1475650" y="4189269"/>
            <a:ext cx="720082" cy="461665"/>
          </a:xfrm>
          <a:prstGeom prst="rect">
            <a:avLst/>
          </a:prstGeom>
          <a:noFill/>
        </p:spPr>
        <p:txBody>
          <a:bodyPr wrap="square" rtlCol="0" anchor="ctr">
            <a:spAutoFit/>
          </a:bodyPr>
          <a:lstStyle/>
          <a:p>
            <a:pPr algn="ctr">
              <a:defRPr/>
            </a:pPr>
            <a:r>
              <a:rPr lang="en-US" sz="2400" b="1">
                <a:solidFill>
                  <a:schemeClr val="bg1"/>
                </a:solidFill>
                <a:cs typeface="Arial"/>
              </a:rPr>
              <a:t>04</a:t>
            </a:r>
            <a:endParaRPr lang="ko-KR" sz="2400" b="1">
              <a:solidFill>
                <a:schemeClr val="bg1"/>
              </a:solidFil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4294967295"/>
          </p:nvPr>
        </p:nvSpPr>
        <p:spPr bwMode="auto">
          <a:xfrm>
            <a:off x="2836887" y="1298972"/>
            <a:ext cx="3470076" cy="576063"/>
          </a:xfrm>
          <a:prstGeom prst="rect">
            <a:avLst/>
          </a:prstGeom>
        </p:spPr>
        <p:txBody>
          <a:bodyPr/>
          <a:lstStyle/>
          <a:p>
            <a:pPr marL="0" indent="0" algn="ctr">
              <a:buNone/>
              <a:defRPr/>
            </a:pPr>
            <a:r>
              <a:rPr lang="en-US" sz="3600" b="1">
                <a:solidFill>
                  <a:schemeClr val="tx1">
                    <a:lumMod val="75000"/>
                    <a:lumOff val="25000"/>
                  </a:schemeClr>
                </a:solidFill>
                <a:latin typeface="+mj-lt"/>
              </a:rPr>
              <a:t>Welcome!!</a:t>
            </a:r>
            <a:endParaRPr lang="ko-KR" sz="3600" b="1">
              <a:solidFill>
                <a:schemeClr val="tx1">
                  <a:lumMod val="75000"/>
                  <a:lumOff val="25000"/>
                </a:schemeClr>
              </a:solidFill>
              <a:latin typeface="+mj-lt"/>
            </a:endParaRPr>
          </a:p>
        </p:txBody>
      </p:sp>
      <p:sp>
        <p:nvSpPr>
          <p:cNvPr id="3" name="Text Placeholder 2"/>
          <p:cNvSpPr>
            <a:spLocks noGrp="1"/>
          </p:cNvSpPr>
          <p:nvPr>
            <p:ph type="body" sz="quarter" idx="4294967295"/>
          </p:nvPr>
        </p:nvSpPr>
        <p:spPr bwMode="auto">
          <a:xfrm>
            <a:off x="2836887" y="1875036"/>
            <a:ext cx="3470076" cy="321940"/>
          </a:xfrm>
          <a:prstGeom prst="rect">
            <a:avLst/>
          </a:prstGeom>
        </p:spPr>
        <p:txBody>
          <a:bodyPr/>
          <a:lstStyle/>
          <a:p>
            <a:pPr marL="0" lvl="0" indent="0" algn="ctr">
              <a:buNone/>
              <a:defRPr/>
            </a:pPr>
            <a:r>
              <a:rPr lang="en-US" sz="1400" b="0" i="0" u="none" strike="noStrike" cap="none" spc="0">
                <a:solidFill>
                  <a:schemeClr val="tx1">
                    <a:lumMod val="75000"/>
                    <a:lumOff val="25000"/>
                  </a:schemeClr>
                </a:solidFill>
                <a:latin typeface="Arial"/>
                <a:cs typeface="Arial"/>
              </a:rPr>
              <a:t>Experience the Freedom of Technology</a:t>
            </a:r>
            <a:endParaRPr/>
          </a:p>
        </p:txBody>
      </p:sp>
      <p:sp>
        <p:nvSpPr>
          <p:cNvPr id="4" name="TextBox 3"/>
          <p:cNvSpPr txBox="1"/>
          <p:nvPr/>
        </p:nvSpPr>
        <p:spPr bwMode="auto">
          <a:xfrm>
            <a:off x="3059757" y="2220783"/>
            <a:ext cx="3024371" cy="1554516"/>
          </a:xfrm>
          <a:prstGeom prst="rect">
            <a:avLst/>
          </a:prstGeom>
          <a:noFill/>
        </p:spPr>
        <p:txBody>
          <a:bodyPr wrap="square" rtlCol="0">
            <a:spAutoFit/>
          </a:bodyPr>
          <a:lstStyle/>
          <a:p>
            <a:pPr algn="ctr">
              <a:defRPr/>
            </a:pPr>
            <a:r>
              <a:rPr lang="en-US" sz="1200" b="0" i="0" u="none" strike="noStrike" cap="none" spc="0">
                <a:solidFill>
                  <a:schemeClr val="tx1">
                    <a:lumMod val="75000"/>
                    <a:lumOff val="25000"/>
                  </a:schemeClr>
                </a:solidFill>
                <a:latin typeface="Arial"/>
                <a:cs typeface="Arial"/>
              </a:rPr>
              <a:t>The Agami Operating System is a new and exciting development in the world of open-source software. Developed by Softsasi, a Bangladeshi company, AgamiOS is based on the Debian Linux distribution and is designed to meet the needs of home, education, and enterprise users.</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10"/>
          </p:nvPr>
        </p:nvSpPr>
        <p:spPr bwMode="auto"/>
        <p:txBody>
          <a:bodyPr/>
          <a:lstStyle/>
          <a:p>
            <a:pPr>
              <a:defRPr/>
            </a:pPr>
            <a:r>
              <a:rPr lang="en-US"/>
              <a:t>Open </a:t>
            </a:r>
            <a:r>
              <a:rPr lang="en-US">
                <a:solidFill>
                  <a:schemeClr val="accent1"/>
                </a:solidFill>
              </a:rPr>
              <a:t>Source</a:t>
            </a:r>
            <a:endParaRPr lang="ko-KR">
              <a:solidFill>
                <a:schemeClr val="accent1"/>
              </a:solidFill>
            </a:endParaRPr>
          </a:p>
        </p:txBody>
      </p:sp>
      <p:sp>
        <p:nvSpPr>
          <p:cNvPr id="3" name="Text Placeholder 2"/>
          <p:cNvSpPr>
            <a:spLocks noGrp="1"/>
          </p:cNvSpPr>
          <p:nvPr>
            <p:ph type="body" sz="quarter" idx="11"/>
          </p:nvPr>
        </p:nvSpPr>
        <p:spPr bwMode="auto"/>
        <p:txBody>
          <a:bodyPr/>
          <a:lstStyle/>
          <a:p>
            <a:pPr lvl="0">
              <a:defRPr/>
            </a:pPr>
            <a:r>
              <a:rPr lang="en-US" sz="1400" b="0" i="0" u="none" strike="noStrike" cap="none" spc="0">
                <a:solidFill>
                  <a:schemeClr val="bg1"/>
                </a:solidFill>
                <a:latin typeface="Arial"/>
                <a:cs typeface="Arial"/>
              </a:rPr>
              <a:t>The benefits of using open-source software</a:t>
            </a:r>
            <a:endParaRPr/>
          </a:p>
        </p:txBody>
      </p:sp>
      <p:sp>
        <p:nvSpPr>
          <p:cNvPr id="6" name="Oval 5"/>
          <p:cNvSpPr/>
          <p:nvPr/>
        </p:nvSpPr>
        <p:spPr bwMode="auto">
          <a:xfrm>
            <a:off x="899592" y="1963433"/>
            <a:ext cx="1512168" cy="15121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US">
              <a:solidFill>
                <a:schemeClr val="tx1">
                  <a:lumMod val="75000"/>
                  <a:lumOff val="25000"/>
                </a:schemeClr>
              </a:solidFill>
            </a:endParaRPr>
          </a:p>
        </p:txBody>
      </p:sp>
      <p:sp>
        <p:nvSpPr>
          <p:cNvPr id="7" name="Chord 14"/>
          <p:cNvSpPr/>
          <p:nvPr/>
        </p:nvSpPr>
        <p:spPr bwMode="auto">
          <a:xfrm>
            <a:off x="1288829" y="2256586"/>
            <a:ext cx="733693" cy="925861"/>
          </a:xfrm>
          <a:custGeom>
            <a:avLst/>
            <a:gdLst/>
            <a:ahLst/>
            <a:cxnLst/>
            <a:rect l="l" t="t" r="r" b="b"/>
            <a:pathLst>
              <a:path w="2120980" h="2676504" fill="norm" stroke="1" extrusionOk="0">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8" name="TextBox 7"/>
          <p:cNvSpPr txBox="1"/>
          <p:nvPr/>
        </p:nvSpPr>
        <p:spPr bwMode="auto">
          <a:xfrm>
            <a:off x="460148" y="3547609"/>
            <a:ext cx="2391056" cy="707886"/>
          </a:xfrm>
          <a:prstGeom prst="rect">
            <a:avLst/>
          </a:prstGeom>
          <a:noFill/>
        </p:spPr>
        <p:txBody>
          <a:bodyPr wrap="square" rtlCol="0">
            <a:spAutoFit/>
          </a:bodyPr>
          <a:lstStyle/>
          <a:p>
            <a:pPr algn="ctr">
              <a:defRPr/>
            </a:pPr>
            <a:r>
              <a:rPr lang="en-US" sz="2000" b="1">
                <a:solidFill>
                  <a:schemeClr val="accent1"/>
                </a:solidFill>
                <a:cs typeface="Arial"/>
              </a:rPr>
              <a:t>PowerPoint  </a:t>
            </a:r>
            <a:r>
              <a:rPr lang="en-US" sz="2000" b="1">
                <a:solidFill>
                  <a:schemeClr val="tx1">
                    <a:lumMod val="75000"/>
                    <a:lumOff val="25000"/>
                  </a:schemeClr>
                </a:solidFill>
                <a:cs typeface="Arial"/>
              </a:rPr>
              <a:t>Presentation</a:t>
            </a:r>
            <a:endParaRPr lang="ko-KR" sz="2000" b="1">
              <a:solidFill>
                <a:schemeClr val="tx1">
                  <a:lumMod val="75000"/>
                  <a:lumOff val="25000"/>
                </a:schemeClr>
              </a:solidFill>
              <a:cs typeface="Arial"/>
            </a:endParaRPr>
          </a:p>
        </p:txBody>
      </p:sp>
      <p:grpSp>
        <p:nvGrpSpPr>
          <p:cNvPr id="9" name="Group 8"/>
          <p:cNvGrpSpPr/>
          <p:nvPr/>
        </p:nvGrpSpPr>
        <p:grpSpPr bwMode="auto">
          <a:xfrm>
            <a:off x="3995935" y="1411222"/>
            <a:ext cx="2348586" cy="1034025"/>
            <a:chOff x="0" y="0"/>
            <a:chExt cx="2348586" cy="1034025"/>
          </a:xfrm>
        </p:grpSpPr>
        <p:sp>
          <p:nvSpPr>
            <p:cNvPr id="10" name="TextBox 9"/>
            <p:cNvSpPr txBox="1"/>
            <p:nvPr/>
          </p:nvSpPr>
          <p:spPr bwMode="auto">
            <a:xfrm flipH="0" flipV="0">
              <a:off x="0" y="211029"/>
              <a:ext cx="2348586" cy="822996"/>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Open-source software is free to use, distribute, and modify, which can greatly reduce the cost of software ownership.</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1" name="TextBox 10"/>
            <p:cNvSpPr txBox="1"/>
            <p:nvPr/>
          </p:nvSpPr>
          <p:spPr bwMode="auto">
            <a:xfrm>
              <a:off x="0" y="0"/>
              <a:ext cx="1800235"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Cost Savings</a:t>
              </a:r>
              <a:endParaRPr lang="ko-KR" sz="1200" b="1">
                <a:solidFill>
                  <a:schemeClr val="tx1">
                    <a:lumMod val="75000"/>
                    <a:lumOff val="25000"/>
                  </a:schemeClr>
                </a:solidFill>
                <a:cs typeface="Arial"/>
              </a:endParaRPr>
            </a:p>
          </p:txBody>
        </p:sp>
      </p:grpSp>
      <p:grpSp>
        <p:nvGrpSpPr>
          <p:cNvPr id="12" name="Group 11"/>
          <p:cNvGrpSpPr/>
          <p:nvPr/>
        </p:nvGrpSpPr>
        <p:grpSpPr bwMode="auto">
          <a:xfrm>
            <a:off x="3995504" y="3894345"/>
            <a:ext cx="2416769" cy="657739"/>
            <a:chOff x="0" y="0"/>
            <a:chExt cx="2416769" cy="657739"/>
          </a:xfrm>
        </p:grpSpPr>
        <p:sp>
          <p:nvSpPr>
            <p:cNvPr id="13" name="TextBox 12"/>
            <p:cNvSpPr txBox="1"/>
            <p:nvPr/>
          </p:nvSpPr>
          <p:spPr bwMode="auto">
            <a:xfrm>
              <a:off x="431" y="200503"/>
              <a:ext cx="1800270" cy="457235"/>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Modifiable to meet specific needs</a:t>
              </a:r>
              <a:endParaRPr lang="ko-KR" sz="1200">
                <a:solidFill>
                  <a:schemeClr val="tx1">
                    <a:lumMod val="75000"/>
                    <a:lumOff val="25000"/>
                  </a:schemeClr>
                </a:solidFill>
                <a:cs typeface="Arial"/>
              </a:endParaRPr>
            </a:p>
          </p:txBody>
        </p:sp>
        <p:sp>
          <p:nvSpPr>
            <p:cNvPr id="14" name="TextBox 13"/>
            <p:cNvSpPr txBox="1"/>
            <p:nvPr/>
          </p:nvSpPr>
          <p:spPr bwMode="auto">
            <a:xfrm flipH="0" flipV="0">
              <a:off x="0" y="0"/>
              <a:ext cx="2416769"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Flexibility and </a:t>
              </a:r>
              <a:r>
                <a:rPr lang="en-US" sz="1200" b="1" i="0" u="none" strike="noStrike" cap="none" spc="0">
                  <a:solidFill>
                    <a:schemeClr val="tx1">
                      <a:lumMod val="75000"/>
                      <a:lumOff val="25000"/>
                    </a:schemeClr>
                  </a:solidFill>
                  <a:latin typeface="Arial"/>
                  <a:cs typeface="Arial"/>
                </a:rPr>
                <a:t>Customization</a:t>
              </a:r>
              <a:endParaRPr lang="en-US" sz="1200" b="1" i="0" u="none" strike="noStrike" cap="none" spc="0">
                <a:solidFill>
                  <a:schemeClr val="tx1">
                    <a:lumMod val="75000"/>
                    <a:lumOff val="25000"/>
                  </a:schemeClr>
                </a:solidFill>
                <a:latin typeface="Arial"/>
                <a:cs typeface="Arial"/>
              </a:endParaRPr>
            </a:p>
          </p:txBody>
        </p:sp>
      </p:grpSp>
      <p:grpSp>
        <p:nvGrpSpPr>
          <p:cNvPr id="15" name="Group 14"/>
          <p:cNvGrpSpPr/>
          <p:nvPr/>
        </p:nvGrpSpPr>
        <p:grpSpPr bwMode="auto">
          <a:xfrm>
            <a:off x="3995504" y="2697780"/>
            <a:ext cx="1800235" cy="668265"/>
            <a:chOff x="0" y="0"/>
            <a:chExt cx="1800235" cy="668265"/>
          </a:xfrm>
        </p:grpSpPr>
        <p:sp>
          <p:nvSpPr>
            <p:cNvPr id="16" name="TextBox 15"/>
            <p:cNvSpPr txBox="1"/>
            <p:nvPr/>
          </p:nvSpPr>
          <p:spPr bwMode="auto">
            <a:xfrm>
              <a:off x="0" y="211029"/>
              <a:ext cx="1800234" cy="457235"/>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Network of developers, users and experts</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7" name="TextBox 16"/>
            <p:cNvSpPr txBox="1"/>
            <p:nvPr/>
          </p:nvSpPr>
          <p:spPr bwMode="auto">
            <a:xfrm>
              <a:off x="0" y="0"/>
              <a:ext cx="1800235"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Community Support</a:t>
              </a:r>
              <a:endParaRPr lang="ko-KR" sz="1200" b="1">
                <a:solidFill>
                  <a:schemeClr val="tx1">
                    <a:lumMod val="75000"/>
                    <a:lumOff val="25000"/>
                  </a:schemeClr>
                </a:solidFill>
                <a:cs typeface="Arial"/>
              </a:endParaRPr>
            </a:p>
          </p:txBody>
        </p:sp>
      </p:grpSp>
      <p:sp>
        <p:nvSpPr>
          <p:cNvPr id="18" name="Oval 17"/>
          <p:cNvSpPr/>
          <p:nvPr/>
        </p:nvSpPr>
        <p:spPr bwMode="auto">
          <a:xfrm>
            <a:off x="3392122" y="1559698"/>
            <a:ext cx="531721" cy="5317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19" name="Pie 24"/>
          <p:cNvSpPr/>
          <p:nvPr/>
        </p:nvSpPr>
        <p:spPr bwMode="auto">
          <a:xfrm>
            <a:off x="3508714" y="1677116"/>
            <a:ext cx="298536" cy="296883"/>
          </a:xfrm>
          <a:custGeom>
            <a:avLst/>
            <a:gdLst/>
            <a:ahLst/>
            <a:cxnLst/>
            <a:rect l="l" t="t" r="r" b="b"/>
            <a:pathLst>
              <a:path w="3228711" h="3210836" fill="norm" stroke="1" extrusionOk="0">
                <a:moveTo>
                  <a:pt x="351626" y="695968"/>
                </a:moveTo>
                <a:lnTo>
                  <a:pt x="1548007" y="1678300"/>
                </a:lnTo>
                <a:lnTo>
                  <a:pt x="236194" y="2500159"/>
                </a:lnTo>
                <a:cubicBezTo>
                  <a:pt x="-116985" y="1936431"/>
                  <a:pt x="-70514" y="1210092"/>
                  <a:pt x="351626" y="695968"/>
                </a:cubicBezTo>
                <a:close/>
                <a:moveTo>
                  <a:pt x="1957429" y="262366"/>
                </a:moveTo>
                <a:cubicBezTo>
                  <a:pt x="2634256" y="359480"/>
                  <a:pt x="3156733" y="907132"/>
                  <a:pt x="3221913" y="1587776"/>
                </a:cubicBezTo>
                <a:cubicBezTo>
                  <a:pt x="3287093" y="2268421"/>
                  <a:pt x="2878048" y="2905277"/>
                  <a:pt x="2231953" y="3129078"/>
                </a:cubicBezTo>
                <a:cubicBezTo>
                  <a:pt x="1585858" y="3352879"/>
                  <a:pt x="870522" y="3105497"/>
                  <a:pt x="500715" y="2530372"/>
                </a:cubicBezTo>
                <a:lnTo>
                  <a:pt x="1746987" y="1729019"/>
                </a:lnTo>
                <a:close/>
                <a:moveTo>
                  <a:pt x="1604447" y="200"/>
                </a:moveTo>
                <a:cubicBezTo>
                  <a:pt x="1665125" y="-778"/>
                  <a:pt x="1726175" y="1809"/>
                  <a:pt x="1787307" y="8072"/>
                </a:cubicBezTo>
                <a:lnTo>
                  <a:pt x="1629532" y="1548011"/>
                </a:lnTo>
                <a:lnTo>
                  <a:pt x="483856" y="506987"/>
                </a:lnTo>
                <a:cubicBezTo>
                  <a:pt x="773141" y="188622"/>
                  <a:pt x="1179697" y="7051"/>
                  <a:pt x="1604447" y="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0" name="Oval 19"/>
          <p:cNvSpPr/>
          <p:nvPr/>
        </p:nvSpPr>
        <p:spPr bwMode="auto">
          <a:xfrm>
            <a:off x="3392122" y="2766856"/>
            <a:ext cx="531721" cy="5317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1" name="Round Same Side Corner Rectangle 6"/>
          <p:cNvSpPr>
            <a:spLocks noChangeAspect="1"/>
          </p:cNvSpPr>
          <p:nvPr/>
        </p:nvSpPr>
        <p:spPr bwMode="auto">
          <a:xfrm rot="2700000">
            <a:off x="3613085" y="2844235"/>
            <a:ext cx="89795" cy="360000"/>
          </a:xfrm>
          <a:custGeom>
            <a:avLst/>
            <a:gdLst/>
            <a:ahLst/>
            <a:cxnLst/>
            <a:rect l="l" t="t" r="r" b="b"/>
            <a:pathLst>
              <a:path w="1035916" h="4153123" fill="norm" stroke="1" extrusionOk="0">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2" name="Oval 21"/>
          <p:cNvSpPr/>
          <p:nvPr/>
        </p:nvSpPr>
        <p:spPr bwMode="auto">
          <a:xfrm>
            <a:off x="3392122" y="3974014"/>
            <a:ext cx="531721" cy="53172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3" name="Parallelogram 15"/>
          <p:cNvSpPr/>
          <p:nvPr/>
        </p:nvSpPr>
        <p:spPr bwMode="auto">
          <a:xfrm rot="16199998">
            <a:off x="3512451" y="4062467"/>
            <a:ext cx="291063" cy="315065"/>
          </a:xfrm>
          <a:custGeom>
            <a:avLst/>
            <a:gdLst/>
            <a:ahLst/>
            <a:cxnLst/>
            <a:rect l="l" t="t" r="r" b="b"/>
            <a:pathLst>
              <a:path w="2993176" h="3240001" fill="norm" stroke="1" extrusionOk="0">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grpSp>
        <p:nvGrpSpPr>
          <p:cNvPr id="24" name="Group 23"/>
          <p:cNvGrpSpPr/>
          <p:nvPr/>
        </p:nvGrpSpPr>
        <p:grpSpPr bwMode="auto">
          <a:xfrm>
            <a:off x="6948263" y="1485073"/>
            <a:ext cx="1800235" cy="668265"/>
            <a:chOff x="0" y="0"/>
            <a:chExt cx="1800235" cy="668265"/>
          </a:xfrm>
        </p:grpSpPr>
        <p:sp>
          <p:nvSpPr>
            <p:cNvPr id="25" name="TextBox 24"/>
            <p:cNvSpPr txBox="1"/>
            <p:nvPr/>
          </p:nvSpPr>
          <p:spPr bwMode="auto">
            <a:xfrm>
              <a:off x="0" y="211029"/>
              <a:ext cx="1800234" cy="457235"/>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Community-driven security audits</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26" name="TextBox 25"/>
            <p:cNvSpPr txBox="1"/>
            <p:nvPr/>
          </p:nvSpPr>
          <p:spPr bwMode="auto">
            <a:xfrm>
              <a:off x="0" y="0"/>
              <a:ext cx="1800235"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Security</a:t>
              </a:r>
              <a:endParaRPr lang="ko-KR" sz="1200" b="1">
                <a:solidFill>
                  <a:schemeClr val="tx1">
                    <a:lumMod val="75000"/>
                    <a:lumOff val="25000"/>
                  </a:schemeClr>
                </a:solidFill>
                <a:cs typeface="Arial"/>
              </a:endParaRPr>
            </a:p>
          </p:txBody>
        </p:sp>
      </p:grpSp>
      <p:grpSp>
        <p:nvGrpSpPr>
          <p:cNvPr id="27" name="Group 26"/>
          <p:cNvGrpSpPr/>
          <p:nvPr/>
        </p:nvGrpSpPr>
        <p:grpSpPr bwMode="auto">
          <a:xfrm>
            <a:off x="6948263" y="3820492"/>
            <a:ext cx="1800235" cy="851145"/>
            <a:chOff x="0" y="0"/>
            <a:chExt cx="1800235" cy="851145"/>
          </a:xfrm>
        </p:grpSpPr>
        <p:sp>
          <p:nvSpPr>
            <p:cNvPr id="28" name="TextBox 27"/>
            <p:cNvSpPr txBox="1"/>
            <p:nvPr/>
          </p:nvSpPr>
          <p:spPr bwMode="auto">
            <a:xfrm>
              <a:off x="0" y="211029"/>
              <a:ext cx="1800234" cy="640116"/>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Encourages collaboration and innovation</a:t>
              </a:r>
              <a:endParaRPr lang="ko-KR" sz="1200">
                <a:solidFill>
                  <a:schemeClr val="tx1">
                    <a:lumMod val="75000"/>
                    <a:lumOff val="25000"/>
                  </a:schemeClr>
                </a:solidFill>
                <a:cs typeface="Arial"/>
              </a:endParaRPr>
            </a:p>
          </p:txBody>
        </p:sp>
        <p:sp>
          <p:nvSpPr>
            <p:cNvPr id="29" name="TextBox 28"/>
            <p:cNvSpPr txBox="1"/>
            <p:nvPr/>
          </p:nvSpPr>
          <p:spPr bwMode="auto">
            <a:xfrm>
              <a:off x="0" y="0"/>
              <a:ext cx="1800235"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Innovation</a:t>
              </a:r>
              <a:endParaRPr lang="ko-KR" sz="1200" b="1">
                <a:solidFill>
                  <a:schemeClr val="tx1">
                    <a:lumMod val="75000"/>
                    <a:lumOff val="25000"/>
                  </a:schemeClr>
                </a:solidFill>
                <a:cs typeface="Arial"/>
              </a:endParaRPr>
            </a:p>
          </p:txBody>
        </p:sp>
      </p:grpSp>
      <p:grpSp>
        <p:nvGrpSpPr>
          <p:cNvPr id="30" name="Group 29"/>
          <p:cNvGrpSpPr/>
          <p:nvPr/>
        </p:nvGrpSpPr>
        <p:grpSpPr bwMode="auto">
          <a:xfrm>
            <a:off x="6948263" y="2615857"/>
            <a:ext cx="1800235" cy="851145"/>
            <a:chOff x="0" y="0"/>
            <a:chExt cx="1800235" cy="851145"/>
          </a:xfrm>
        </p:grpSpPr>
        <p:sp>
          <p:nvSpPr>
            <p:cNvPr id="31" name="TextBox 30"/>
            <p:cNvSpPr txBox="1"/>
            <p:nvPr/>
          </p:nvSpPr>
          <p:spPr bwMode="auto">
            <a:xfrm>
              <a:off x="0" y="211029"/>
              <a:ext cx="1800234" cy="640116"/>
            </a:xfrm>
            <a:prstGeom prst="rect">
              <a:avLst/>
            </a:prstGeom>
            <a:noFill/>
          </p:spPr>
          <p:txBody>
            <a:bodyPr wrap="square" rtlCol="0">
              <a:spAutoFit/>
            </a:bodyPr>
            <a:lstStyle/>
            <a:p>
              <a:pPr>
                <a:defRPr/>
              </a:pPr>
              <a:r>
                <a:rPr lang="en-US" sz="1200" b="0" i="0" u="none" strike="noStrike" cap="none" spc="0">
                  <a:solidFill>
                    <a:schemeClr val="tx1">
                      <a:lumMod val="75000"/>
                      <a:lumOff val="25000"/>
                    </a:schemeClr>
                  </a:solidFill>
                  <a:latin typeface="Arial"/>
                  <a:cs typeface="Arial"/>
                </a:rPr>
                <a:t>Compatible with a wide range of hardware and software</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32" name="TextBox 31"/>
            <p:cNvSpPr txBox="1"/>
            <p:nvPr/>
          </p:nvSpPr>
          <p:spPr bwMode="auto">
            <a:xfrm>
              <a:off x="0" y="0"/>
              <a:ext cx="1800235" cy="274356"/>
            </a:xfrm>
            <a:prstGeom prst="rect">
              <a:avLst/>
            </a:prstGeom>
            <a:noFill/>
          </p:spPr>
          <p:txBody>
            <a:bodyPr wrap="square" rtlCol="0">
              <a:spAutoFit/>
            </a:bodyPr>
            <a:lstStyle/>
            <a:p>
              <a:pPr>
                <a:defRPr/>
              </a:pPr>
              <a:r>
                <a:rPr lang="en-US" sz="1200" b="1" i="0" u="none" strike="noStrike" cap="none" spc="0">
                  <a:solidFill>
                    <a:schemeClr val="tx1">
                      <a:lumMod val="75000"/>
                      <a:lumOff val="25000"/>
                    </a:schemeClr>
                  </a:solidFill>
                  <a:latin typeface="Arial"/>
                  <a:cs typeface="Arial"/>
                </a:rPr>
                <a:t>Interoperability</a:t>
              </a:r>
              <a:endParaRPr lang="ko-KR" sz="1200" b="1">
                <a:solidFill>
                  <a:schemeClr val="tx1">
                    <a:lumMod val="75000"/>
                    <a:lumOff val="25000"/>
                  </a:schemeClr>
                </a:solidFill>
                <a:cs typeface="Arial"/>
              </a:endParaRPr>
            </a:p>
          </p:txBody>
        </p:sp>
      </p:grpSp>
      <p:sp>
        <p:nvSpPr>
          <p:cNvPr id="33" name="Oval 32"/>
          <p:cNvSpPr/>
          <p:nvPr/>
        </p:nvSpPr>
        <p:spPr bwMode="auto">
          <a:xfrm>
            <a:off x="6344450" y="1559697"/>
            <a:ext cx="531721" cy="53172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35" name="Oval 34"/>
          <p:cNvSpPr/>
          <p:nvPr/>
        </p:nvSpPr>
        <p:spPr bwMode="auto">
          <a:xfrm>
            <a:off x="6344450" y="2766855"/>
            <a:ext cx="531721" cy="5317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37" name="Oval 36"/>
          <p:cNvSpPr/>
          <p:nvPr/>
        </p:nvSpPr>
        <p:spPr bwMode="auto">
          <a:xfrm>
            <a:off x="6344450" y="3974013"/>
            <a:ext cx="531721" cy="53172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39" name="Rectangle 9"/>
          <p:cNvSpPr/>
          <p:nvPr/>
        </p:nvSpPr>
        <p:spPr bwMode="auto">
          <a:xfrm>
            <a:off x="6477946" y="2908811"/>
            <a:ext cx="264728" cy="247809"/>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fill="norm" stroke="1" extrusionOk="0">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40" name="Rectangle 16"/>
          <p:cNvSpPr/>
          <p:nvPr/>
        </p:nvSpPr>
        <p:spPr bwMode="auto">
          <a:xfrm rot="2700000">
            <a:off x="6510029" y="4075710"/>
            <a:ext cx="200561" cy="359568"/>
          </a:xfrm>
          <a:custGeom>
            <a:avLst/>
            <a:gdLst/>
            <a:ahLst/>
            <a:cxnLst/>
            <a:rect l="l" t="t" r="r" b="b"/>
            <a:pathLst>
              <a:path w="2232248" h="4001999" fill="norm" stroke="1" extrusionOk="0">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41" name="Oval 21"/>
          <p:cNvSpPr>
            <a:spLocks noChangeAspect="1"/>
          </p:cNvSpPr>
          <p:nvPr/>
        </p:nvSpPr>
        <p:spPr bwMode="auto">
          <a:xfrm>
            <a:off x="6477914" y="1677116"/>
            <a:ext cx="283944" cy="286316"/>
          </a:xfrm>
          <a:custGeom>
            <a:avLst/>
            <a:gdLst/>
            <a:ahLst/>
            <a:cxnLst/>
            <a:rect l="l" t="t" r="r" b="b"/>
            <a:pathLst>
              <a:path w="1652142" h="1665940" fill="norm" stroke="1" extrusionOk="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2" name="Text Placeholder 1"/>
          <p:cNvSpPr txBox="1"/>
          <p:nvPr/>
        </p:nvSpPr>
        <p:spPr bwMode="auto">
          <a:xfrm>
            <a:off x="539551" y="238918"/>
            <a:ext cx="3456384" cy="1944464"/>
          </a:xfrm>
          <a:prstGeom prst="rect">
            <a:avLst/>
          </a:prstGeom>
        </p:spPr>
        <p:txBody>
          <a:bodyPr anchor="ct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r>
              <a:rPr lang="en-US" sz="3200" b="1" i="0" u="none" strike="noStrike" cap="none" spc="0">
                <a:solidFill>
                  <a:schemeClr val="accent1"/>
                </a:solidFill>
                <a:latin typeface="Arial"/>
                <a:cs typeface="Arial"/>
              </a:rPr>
              <a:t>Key features</a:t>
            </a:r>
            <a:r>
              <a:rPr lang="en-US" b="1">
                <a:solidFill>
                  <a:schemeClr val="accent1"/>
                </a:solidFill>
                <a:latin typeface="Arial"/>
                <a:cs typeface="Arial"/>
              </a:rPr>
              <a:t> </a:t>
            </a:r>
            <a:endParaRPr/>
          </a:p>
        </p:txBody>
      </p:sp>
      <p:sp>
        <p:nvSpPr>
          <p:cNvPr id="13" name="TextBox 12"/>
          <p:cNvSpPr txBox="1"/>
          <p:nvPr/>
        </p:nvSpPr>
        <p:spPr bwMode="auto">
          <a:xfrm flipH="0" flipV="0">
            <a:off x="474389" y="1754775"/>
            <a:ext cx="7638727" cy="2103155"/>
          </a:xfrm>
          <a:prstGeom prst="rect">
            <a:avLst/>
          </a:prstGeom>
          <a:noFill/>
        </p:spPr>
        <p:txBody>
          <a:bodyPr wrap="square" rtlCol="0" anchor="ctr">
            <a:spAutoFit/>
          </a:bodyPr>
          <a:lstStyle/>
          <a:p>
            <a:pPr marL="217793" indent="-217793">
              <a:buFont typeface="Arial"/>
              <a:buAutoNum type="arabicPeriod"/>
              <a:defRPr/>
            </a:pPr>
            <a:r>
              <a:rPr sz="1200" b="0" i="0" u="none">
                <a:solidFill>
                  <a:srgbClr val="D1D5DB"/>
                </a:solidFill>
                <a:latin typeface="Arial"/>
                <a:ea typeface="Arial"/>
                <a:cs typeface="Arial"/>
              </a:rPr>
              <a:t>Low-cost IT infrastructure development: Allowing Bangladesh to develop its IT infrastructure at a low cost</a:t>
            </a:r>
            <a:endParaRPr/>
          </a:p>
          <a:p>
            <a:pPr marL="217793" indent="-217793">
              <a:buFont typeface="Arial"/>
              <a:buAutoNum type="arabicPeriod"/>
              <a:defRPr/>
            </a:pPr>
            <a:r>
              <a:rPr sz="1200" b="0" i="0" u="none">
                <a:solidFill>
                  <a:srgbClr val="D1D5DB"/>
                </a:solidFill>
                <a:latin typeface="Arial"/>
                <a:ea typeface="Arial"/>
                <a:cs typeface="Arial"/>
              </a:rPr>
              <a:t>Increased adoption of open-source software: Encouraging more users to adopt and contribute to open-source software</a:t>
            </a:r>
            <a:endParaRPr/>
          </a:p>
          <a:p>
            <a:pPr marL="217793" indent="-217793">
              <a:buFont typeface="Arial"/>
              <a:buAutoNum type="arabicPeriod"/>
              <a:defRPr/>
            </a:pPr>
            <a:r>
              <a:rPr sz="1200" b="0" i="0" u="none">
                <a:solidFill>
                  <a:srgbClr val="D1D5DB"/>
                </a:solidFill>
                <a:latin typeface="Arial"/>
                <a:ea typeface="Arial"/>
                <a:cs typeface="Arial"/>
              </a:rPr>
              <a:t>Government support: The Bangladesh government is considering using AgamiOS on all government PCs and training government IT personnel</a:t>
            </a:r>
            <a:endParaRPr/>
          </a:p>
          <a:p>
            <a:pPr marL="217793" indent="-217793">
              <a:buFont typeface="Arial"/>
              <a:buAutoNum type="arabicPeriod"/>
              <a:defRPr/>
            </a:pPr>
            <a:r>
              <a:rPr sz="1200" b="0" i="0" u="none">
                <a:solidFill>
                  <a:srgbClr val="D1D5DB"/>
                </a:solidFill>
                <a:latin typeface="Arial"/>
                <a:ea typeface="Arial"/>
                <a:cs typeface="Arial"/>
              </a:rPr>
              <a:t>Transition from proprietary software: The government's support of AgamiOS may lead to a transition from proprietary software to open-source alternatives, reducing costs and avoiding piracy-related litigation.</a:t>
            </a:r>
            <a:endParaRPr/>
          </a:p>
          <a:p>
            <a:pPr marL="217793" indent="-217793">
              <a:buFont typeface="Arial"/>
              <a:buAutoNum type="arabicPeriod"/>
              <a:defRPr/>
            </a:pPr>
            <a:r>
              <a:rPr sz="1200" b="0" i="0" u="none">
                <a:solidFill>
                  <a:srgbClr val="D1D5DB"/>
                </a:solidFill>
                <a:latin typeface="Arial"/>
                <a:ea typeface="Arial"/>
                <a:cs typeface="Arial"/>
              </a:rPr>
              <a:t>Boost in IT education: Requiring computer science departments in educational institutions to use AgamiOS will increase knowledge of open-source software and IT skills in the country.</a:t>
            </a:r>
            <a:endParaRPr/>
          </a:p>
          <a:p>
            <a:pPr marL="217793" indent="-217793">
              <a:buFont typeface="Arial"/>
              <a:buAutoNum type="arabicPeriod"/>
              <a:defRPr/>
            </a:pPr>
            <a:r>
              <a:rPr sz="1200" b="0" i="0" u="none">
                <a:solidFill>
                  <a:srgbClr val="D1D5DB"/>
                </a:solidFill>
                <a:latin typeface="Arial"/>
                <a:ea typeface="Arial"/>
                <a:cs typeface="Arial"/>
              </a:rPr>
              <a:t>Business sector impact: The adoption of open-source software in the government and educational sectors may lead to the business sector following suit, reducing costs and increasing innovation.</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Rectangle 4"/>
          <p:cNvSpPr/>
          <p:nvPr/>
        </p:nvSpPr>
        <p:spPr bwMode="auto">
          <a:xfrm flipH="0" flipV="0">
            <a:off x="0" y="1264341"/>
            <a:ext cx="4572000" cy="341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6" name="Oval 5"/>
          <p:cNvSpPr/>
          <p:nvPr/>
        </p:nvSpPr>
        <p:spPr bwMode="auto">
          <a:xfrm flipH="1">
            <a:off x="3635897" y="1508125"/>
            <a:ext cx="504055" cy="504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sp>
        <p:nvSpPr>
          <p:cNvPr id="7" name="Oval 6"/>
          <p:cNvSpPr/>
          <p:nvPr/>
        </p:nvSpPr>
        <p:spPr bwMode="auto">
          <a:xfrm flipH="1">
            <a:off x="3635897" y="2275816"/>
            <a:ext cx="504055" cy="5040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sp>
        <p:nvSpPr>
          <p:cNvPr id="8" name="Oval 7"/>
          <p:cNvSpPr/>
          <p:nvPr/>
        </p:nvSpPr>
        <p:spPr bwMode="auto">
          <a:xfrm flipH="1">
            <a:off x="3635897" y="3043507"/>
            <a:ext cx="504055" cy="504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sp>
        <p:nvSpPr>
          <p:cNvPr id="9" name="Oval 8"/>
          <p:cNvSpPr/>
          <p:nvPr/>
        </p:nvSpPr>
        <p:spPr bwMode="auto">
          <a:xfrm flipH="1">
            <a:off x="3635897" y="3811197"/>
            <a:ext cx="504055" cy="5040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grpSp>
        <p:nvGrpSpPr>
          <p:cNvPr id="10" name="Group 9"/>
          <p:cNvGrpSpPr/>
          <p:nvPr/>
        </p:nvGrpSpPr>
        <p:grpSpPr bwMode="auto">
          <a:xfrm flipH="1">
            <a:off x="-72" y="1370982"/>
            <a:ext cx="3529721" cy="773169"/>
            <a:chOff x="0" y="0"/>
            <a:chExt cx="3529721" cy="773169"/>
          </a:xfrm>
        </p:grpSpPr>
        <p:sp>
          <p:nvSpPr>
            <p:cNvPr id="11" name="TextBox 10"/>
            <p:cNvSpPr txBox="1"/>
            <p:nvPr/>
          </p:nvSpPr>
          <p:spPr bwMode="auto">
            <a:xfrm flipH="0" flipV="0">
              <a:off x="0" y="178773"/>
              <a:ext cx="3529721" cy="594396"/>
            </a:xfrm>
            <a:prstGeom prst="rect">
              <a:avLst/>
            </a:prstGeom>
            <a:noFill/>
          </p:spPr>
          <p:txBody>
            <a:bodyPr wrap="square" rtlCol="0" anchor="ctr">
              <a:spAutoFit/>
            </a:bodyPr>
            <a:lstStyle/>
            <a:p>
              <a:pPr algn="r">
                <a:defRPr/>
              </a:pPr>
              <a:r>
                <a:rPr lang="en-US" sz="1100" b="0" i="0" u="none" strike="noStrike" cap="none" spc="0">
                  <a:solidFill>
                    <a:schemeClr val="bg1"/>
                  </a:solidFill>
                  <a:latin typeface="Arial"/>
                  <a:cs typeface="Arial"/>
                </a:rPr>
                <a:t>The AgamiOS development team conducted a thorough assessment of user needs to determine the key features and functionality to include.</a:t>
              </a:r>
              <a:endParaRPr lang="ko-KR" sz="1200">
                <a:solidFill>
                  <a:schemeClr val="bg1"/>
                </a:solidFill>
                <a:cs typeface="Arial"/>
              </a:endParaRPr>
            </a:p>
          </p:txBody>
        </p:sp>
        <p:sp>
          <p:nvSpPr>
            <p:cNvPr id="12" name="TextBox 11"/>
            <p:cNvSpPr txBox="1"/>
            <p:nvPr/>
          </p:nvSpPr>
          <p:spPr bwMode="auto">
            <a:xfrm flipH="0" flipV="0">
              <a:off x="0" y="0"/>
              <a:ext cx="2880463" cy="274356"/>
            </a:xfrm>
            <a:prstGeom prst="rect">
              <a:avLst/>
            </a:prstGeom>
            <a:noFill/>
          </p:spPr>
          <p:txBody>
            <a:bodyPr wrap="square" rtlCol="0" anchor="ctr">
              <a:spAutoFit/>
            </a:bodyPr>
            <a:lstStyle/>
            <a:p>
              <a:pPr algn="r">
                <a:defRPr/>
              </a:pPr>
              <a:r>
                <a:rPr lang="en-US" sz="1200" b="1" i="0" u="none" strike="noStrike" cap="none" spc="0">
                  <a:solidFill>
                    <a:srgbClr val="FF0000"/>
                  </a:solidFill>
                  <a:latin typeface="Arial"/>
                  <a:cs typeface="Arial"/>
                </a:rPr>
                <a:t>Needs Assessment:</a:t>
              </a:r>
              <a:endParaRPr lang="ko-KR" sz="1200" b="1">
                <a:solidFill>
                  <a:schemeClr val="bg1"/>
                </a:solidFill>
                <a:cs typeface="Arial"/>
              </a:endParaRPr>
            </a:p>
          </p:txBody>
        </p:sp>
      </p:grpSp>
      <p:sp>
        <p:nvSpPr>
          <p:cNvPr id="22" name="TextBox 21"/>
          <p:cNvSpPr txBox="1"/>
          <p:nvPr/>
        </p:nvSpPr>
        <p:spPr bwMode="auto">
          <a:xfrm flipH="1">
            <a:off x="3635896" y="1575486"/>
            <a:ext cx="504056" cy="369332"/>
          </a:xfrm>
          <a:prstGeom prst="rect">
            <a:avLst/>
          </a:prstGeom>
          <a:noFill/>
        </p:spPr>
        <p:txBody>
          <a:bodyPr wrap="square" rtlCol="0" anchor="ctr">
            <a:spAutoFit/>
          </a:bodyPr>
          <a:lstStyle/>
          <a:p>
            <a:pPr algn="ctr">
              <a:defRPr/>
            </a:pPr>
            <a:r>
              <a:rPr lang="en-US" b="1">
                <a:solidFill>
                  <a:schemeClr val="bg1"/>
                </a:solidFill>
                <a:cs typeface="Arial"/>
              </a:rPr>
              <a:t>01</a:t>
            </a:r>
            <a:endParaRPr lang="ko-KR" b="1">
              <a:solidFill>
                <a:schemeClr val="bg1"/>
              </a:solidFill>
              <a:cs typeface="Arial"/>
            </a:endParaRPr>
          </a:p>
        </p:txBody>
      </p:sp>
      <p:sp>
        <p:nvSpPr>
          <p:cNvPr id="23" name="TextBox 22"/>
          <p:cNvSpPr txBox="1"/>
          <p:nvPr/>
        </p:nvSpPr>
        <p:spPr bwMode="auto">
          <a:xfrm flipH="1">
            <a:off x="3635896" y="2343177"/>
            <a:ext cx="504056" cy="369332"/>
          </a:xfrm>
          <a:prstGeom prst="rect">
            <a:avLst/>
          </a:prstGeom>
          <a:noFill/>
        </p:spPr>
        <p:txBody>
          <a:bodyPr wrap="square" rtlCol="0" anchor="ctr">
            <a:spAutoFit/>
          </a:bodyPr>
          <a:lstStyle/>
          <a:p>
            <a:pPr algn="ctr">
              <a:defRPr/>
            </a:pPr>
            <a:r>
              <a:rPr lang="en-US" b="1">
                <a:solidFill>
                  <a:schemeClr val="bg1"/>
                </a:solidFill>
                <a:cs typeface="Arial"/>
              </a:rPr>
              <a:t>02</a:t>
            </a:r>
            <a:endParaRPr lang="ko-KR" b="1">
              <a:solidFill>
                <a:schemeClr val="bg1"/>
              </a:solidFill>
              <a:cs typeface="Arial"/>
            </a:endParaRPr>
          </a:p>
        </p:txBody>
      </p:sp>
      <p:sp>
        <p:nvSpPr>
          <p:cNvPr id="24" name="TextBox 23"/>
          <p:cNvSpPr txBox="1"/>
          <p:nvPr/>
        </p:nvSpPr>
        <p:spPr bwMode="auto">
          <a:xfrm flipH="1">
            <a:off x="3635896" y="3110868"/>
            <a:ext cx="504056" cy="369332"/>
          </a:xfrm>
          <a:prstGeom prst="rect">
            <a:avLst/>
          </a:prstGeom>
          <a:noFill/>
        </p:spPr>
        <p:txBody>
          <a:bodyPr wrap="square" rtlCol="0" anchor="ctr">
            <a:spAutoFit/>
          </a:bodyPr>
          <a:lstStyle/>
          <a:p>
            <a:pPr algn="ctr">
              <a:defRPr/>
            </a:pPr>
            <a:r>
              <a:rPr lang="en-US" b="1">
                <a:solidFill>
                  <a:schemeClr val="bg1"/>
                </a:solidFill>
                <a:cs typeface="Arial"/>
              </a:rPr>
              <a:t>03</a:t>
            </a:r>
            <a:endParaRPr lang="ko-KR" b="1">
              <a:solidFill>
                <a:schemeClr val="bg1"/>
              </a:solidFill>
              <a:cs typeface="Arial"/>
            </a:endParaRPr>
          </a:p>
        </p:txBody>
      </p:sp>
      <p:sp>
        <p:nvSpPr>
          <p:cNvPr id="25" name="TextBox 24"/>
          <p:cNvSpPr txBox="1"/>
          <p:nvPr/>
        </p:nvSpPr>
        <p:spPr bwMode="auto">
          <a:xfrm flipH="1">
            <a:off x="3635896" y="3878558"/>
            <a:ext cx="504056" cy="369332"/>
          </a:xfrm>
          <a:prstGeom prst="rect">
            <a:avLst/>
          </a:prstGeom>
          <a:noFill/>
        </p:spPr>
        <p:txBody>
          <a:bodyPr wrap="square" rtlCol="0" anchor="ctr">
            <a:spAutoFit/>
          </a:bodyPr>
          <a:lstStyle/>
          <a:p>
            <a:pPr algn="ctr">
              <a:defRPr/>
            </a:pPr>
            <a:r>
              <a:rPr lang="en-US" b="1">
                <a:solidFill>
                  <a:schemeClr val="bg1"/>
                </a:solidFill>
                <a:cs typeface="Arial"/>
              </a:rPr>
              <a:t>04</a:t>
            </a:r>
            <a:endParaRPr lang="ko-KR" b="1">
              <a:solidFill>
                <a:schemeClr val="bg1"/>
              </a:solidFill>
              <a:cs typeface="Arial"/>
            </a:endParaRPr>
          </a:p>
        </p:txBody>
      </p:sp>
      <p:sp>
        <p:nvSpPr>
          <p:cNvPr id="27" name="TextBox 26"/>
          <p:cNvSpPr txBox="1"/>
          <p:nvPr/>
        </p:nvSpPr>
        <p:spPr bwMode="auto">
          <a:xfrm>
            <a:off x="395535" y="200207"/>
            <a:ext cx="3672659" cy="944915"/>
          </a:xfrm>
          <a:prstGeom prst="rect">
            <a:avLst/>
          </a:prstGeom>
          <a:noFill/>
        </p:spPr>
        <p:txBody>
          <a:bodyPr wrap="square" rtlCol="0" anchor="ctr">
            <a:spAutoFit/>
          </a:bodyPr>
          <a:lstStyle/>
          <a:p>
            <a:pPr>
              <a:defRPr/>
            </a:pPr>
            <a:r>
              <a:rPr lang="en-US" sz="2800" b="1" i="0" u="none" strike="noStrike" cap="none" spc="0">
                <a:solidFill>
                  <a:schemeClr val="tx1">
                    <a:lumMod val="75000"/>
                    <a:lumOff val="25000"/>
                  </a:schemeClr>
                </a:solidFill>
                <a:latin typeface="Arial"/>
                <a:cs typeface="Arial"/>
              </a:rPr>
              <a:t>The </a:t>
            </a:r>
            <a:r>
              <a:rPr lang="en-US" sz="2800" b="1" i="0" u="none" strike="noStrike" cap="none" spc="0">
                <a:solidFill>
                  <a:srgbClr val="FF0000"/>
                </a:solidFill>
                <a:latin typeface="Arial"/>
                <a:cs typeface="Arial"/>
              </a:rPr>
              <a:t>Development</a:t>
            </a:r>
            <a:r>
              <a:rPr lang="en-US" sz="2800" b="1" i="0" u="none" strike="noStrike" cap="none" spc="0">
                <a:solidFill>
                  <a:schemeClr val="tx1">
                    <a:lumMod val="75000"/>
                    <a:lumOff val="25000"/>
                  </a:schemeClr>
                </a:solidFill>
                <a:latin typeface="Arial"/>
                <a:cs typeface="Arial"/>
              </a:rPr>
              <a:t> Process</a:t>
            </a:r>
            <a:endParaRPr lang="ko-KR" sz="2800" b="1">
              <a:solidFill>
                <a:schemeClr val="tx1">
                  <a:lumMod val="75000"/>
                  <a:lumOff val="25000"/>
                </a:schemeClr>
              </a:solidFill>
              <a:latin typeface="+mj-lt"/>
              <a:cs typeface="Arial"/>
            </a:endParaRPr>
          </a:p>
        </p:txBody>
      </p:sp>
      <p:pic>
        <p:nvPicPr>
          <p:cNvPr id="1905293559" name=""/>
          <p:cNvPicPr>
            <a:picLocks noChangeAspect="1"/>
          </p:cNvPicPr>
          <p:nvPr>
            <p:ph type="pic" idx="1" hasCustomPrompt="1"/>
          </p:nvPr>
        </p:nvPicPr>
        <p:blipFill>
          <a:blip r:embed="rId2"/>
          <a:stretch/>
        </p:blipFill>
        <p:spPr bwMode="auto">
          <a:xfrm rot="0">
            <a:off x="5151251" y="1188188"/>
            <a:ext cx="3488827" cy="2325884"/>
          </a:xfrm>
          <a:prstGeom prst="rect">
            <a:avLst/>
          </a:prstGeom>
        </p:spPr>
      </p:pic>
      <p:grpSp>
        <p:nvGrpSpPr>
          <p:cNvPr id="423744521" name="Group 9"/>
          <p:cNvGrpSpPr/>
          <p:nvPr/>
        </p:nvGrpSpPr>
        <p:grpSpPr bwMode="auto">
          <a:xfrm flipH="1">
            <a:off x="16491" y="2111027"/>
            <a:ext cx="3529757" cy="773151"/>
            <a:chOff x="0" y="0"/>
            <a:chExt cx="3529757" cy="773151"/>
          </a:xfrm>
        </p:grpSpPr>
        <p:sp>
          <p:nvSpPr>
            <p:cNvPr id="571973506" name="TextBox 10"/>
            <p:cNvSpPr txBox="1"/>
            <p:nvPr/>
          </p:nvSpPr>
          <p:spPr bwMode="auto">
            <a:xfrm flipH="0" flipV="0">
              <a:off x="0" y="178755"/>
              <a:ext cx="3529757" cy="594396"/>
            </a:xfrm>
            <a:prstGeom prst="rect">
              <a:avLst/>
            </a:prstGeom>
            <a:noFill/>
          </p:spPr>
          <p:txBody>
            <a:bodyPr wrap="square" rtlCol="0" anchor="ctr">
              <a:spAutoFit/>
            </a:bodyPr>
            <a:lstStyle/>
            <a:p>
              <a:pPr algn="r">
                <a:defRPr/>
              </a:pPr>
              <a:r>
                <a:rPr lang="en-US" sz="1100" b="0" i="0" u="none" strike="noStrike" cap="none" spc="0">
                  <a:solidFill>
                    <a:schemeClr val="bg1"/>
                  </a:solidFill>
                  <a:latin typeface="Arial"/>
                  <a:cs typeface="Arial"/>
                </a:rPr>
                <a:t>The team chose Debian Linux as the base for AgamiOS, leveraging its strong security, stability, and versatility.</a:t>
              </a:r>
              <a:endParaRPr sz="1100">
                <a:solidFill>
                  <a:schemeClr val="bg1"/>
                </a:solidFill>
                <a:cs typeface="Arial"/>
              </a:endParaRPr>
            </a:p>
          </p:txBody>
        </p:sp>
        <p:sp>
          <p:nvSpPr>
            <p:cNvPr id="1262609178" name="TextBox 11"/>
            <p:cNvSpPr txBox="1"/>
            <p:nvPr/>
          </p:nvSpPr>
          <p:spPr bwMode="auto">
            <a:xfrm flipH="0" flipV="0">
              <a:off x="0" y="0"/>
              <a:ext cx="2880535" cy="274356"/>
            </a:xfrm>
            <a:prstGeom prst="rect">
              <a:avLst/>
            </a:prstGeom>
            <a:noFill/>
          </p:spPr>
          <p:txBody>
            <a:bodyPr wrap="square" rtlCol="0" anchor="ctr">
              <a:spAutoFit/>
            </a:bodyPr>
            <a:lstStyle/>
            <a:p>
              <a:pPr algn="r">
                <a:defRPr/>
              </a:pPr>
              <a:r>
                <a:rPr lang="en-US" sz="1200" b="1" i="0" u="none" strike="noStrike" cap="none" spc="0">
                  <a:solidFill>
                    <a:srgbClr val="FF0000"/>
                  </a:solidFill>
                  <a:latin typeface="Arial"/>
                  <a:cs typeface="Arial"/>
                </a:rPr>
                <a:t>Debian Linux base:</a:t>
              </a:r>
              <a:endParaRPr lang="ko-KR" sz="1200" b="1">
                <a:solidFill>
                  <a:schemeClr val="bg1"/>
                </a:solidFill>
                <a:cs typeface="Arial"/>
              </a:endParaRPr>
            </a:p>
          </p:txBody>
        </p:sp>
      </p:grpSp>
      <p:grpSp>
        <p:nvGrpSpPr>
          <p:cNvPr id="1114742094" name="Group 9"/>
          <p:cNvGrpSpPr/>
          <p:nvPr/>
        </p:nvGrpSpPr>
        <p:grpSpPr bwMode="auto">
          <a:xfrm flipH="1">
            <a:off x="78785" y="3674018"/>
            <a:ext cx="3560151" cy="924457"/>
            <a:chOff x="0" y="0"/>
            <a:chExt cx="3560151" cy="924457"/>
          </a:xfrm>
        </p:grpSpPr>
        <p:sp>
          <p:nvSpPr>
            <p:cNvPr id="1242885286" name="TextBox 10"/>
            <p:cNvSpPr txBox="1"/>
            <p:nvPr/>
          </p:nvSpPr>
          <p:spPr bwMode="auto">
            <a:xfrm flipH="0" flipV="0">
              <a:off x="0" y="162422"/>
              <a:ext cx="3560151" cy="762035"/>
            </a:xfrm>
            <a:prstGeom prst="rect">
              <a:avLst/>
            </a:prstGeom>
            <a:noFill/>
          </p:spPr>
          <p:txBody>
            <a:bodyPr wrap="square" rtlCol="0" anchor="ctr">
              <a:spAutoFit/>
            </a:bodyPr>
            <a:lstStyle/>
            <a:p>
              <a:pPr algn="r">
                <a:defRPr/>
              </a:pPr>
              <a:r>
                <a:rPr lang="en-US" sz="1100" b="0" i="0" u="none" strike="noStrike" cap="none" spc="0">
                  <a:solidFill>
                    <a:schemeClr val="bg1"/>
                  </a:solidFill>
                  <a:latin typeface="Arial"/>
                  <a:cs typeface="Arial"/>
                </a:rPr>
                <a:t>The AgamiOS project is ongoing, with the development team continually responding to user feedback and adding new features and improvements to the operating system.</a:t>
              </a:r>
              <a:endParaRPr sz="1100">
                <a:solidFill>
                  <a:schemeClr val="bg1"/>
                </a:solidFill>
                <a:cs typeface="Arial"/>
              </a:endParaRPr>
            </a:p>
          </p:txBody>
        </p:sp>
        <p:sp>
          <p:nvSpPr>
            <p:cNvPr id="540209247" name="TextBox 11"/>
            <p:cNvSpPr txBox="1"/>
            <p:nvPr/>
          </p:nvSpPr>
          <p:spPr bwMode="auto">
            <a:xfrm flipH="0" flipV="0">
              <a:off x="0" y="0"/>
              <a:ext cx="2880571" cy="274356"/>
            </a:xfrm>
            <a:prstGeom prst="rect">
              <a:avLst/>
            </a:prstGeom>
            <a:noFill/>
          </p:spPr>
          <p:txBody>
            <a:bodyPr wrap="square" rtlCol="0" anchor="ctr">
              <a:spAutoFit/>
            </a:bodyPr>
            <a:lstStyle/>
            <a:p>
              <a:pPr algn="r">
                <a:defRPr/>
              </a:pPr>
              <a:r>
                <a:rPr lang="en-US" sz="1200" b="1" i="0" u="none" strike="noStrike" cap="none" spc="0">
                  <a:solidFill>
                    <a:srgbClr val="FF0000"/>
                  </a:solidFill>
                  <a:latin typeface="Arial"/>
                  <a:cs typeface="Arial"/>
                </a:rPr>
                <a:t>Ongoing development</a:t>
              </a:r>
              <a:r>
                <a:rPr lang="en-US" sz="1200" b="1" i="0" u="none" strike="noStrike" cap="none" spc="0">
                  <a:solidFill>
                    <a:srgbClr val="FF0000"/>
                  </a:solidFill>
                  <a:latin typeface="Arial"/>
                  <a:cs typeface="Arial"/>
                </a:rPr>
                <a:t>:</a:t>
              </a:r>
              <a:endParaRPr lang="ko-KR" sz="1200" b="1">
                <a:solidFill>
                  <a:schemeClr val="bg1"/>
                </a:solidFill>
                <a:cs typeface="Arial"/>
              </a:endParaRPr>
            </a:p>
          </p:txBody>
        </p:sp>
      </p:grpSp>
      <p:grpSp>
        <p:nvGrpSpPr>
          <p:cNvPr id="231954365" name="Group 9"/>
          <p:cNvGrpSpPr/>
          <p:nvPr/>
        </p:nvGrpSpPr>
        <p:grpSpPr bwMode="auto">
          <a:xfrm flipH="1">
            <a:off x="-72" y="2921983"/>
            <a:ext cx="3622409" cy="773457"/>
            <a:chOff x="0" y="0"/>
            <a:chExt cx="3622409" cy="773457"/>
          </a:xfrm>
        </p:grpSpPr>
        <p:sp>
          <p:nvSpPr>
            <p:cNvPr id="1252697071" name="TextBox 10"/>
            <p:cNvSpPr txBox="1"/>
            <p:nvPr/>
          </p:nvSpPr>
          <p:spPr bwMode="auto">
            <a:xfrm flipH="0" flipV="0">
              <a:off x="0" y="179061"/>
              <a:ext cx="3622409" cy="594396"/>
            </a:xfrm>
            <a:prstGeom prst="rect">
              <a:avLst/>
            </a:prstGeom>
            <a:noFill/>
          </p:spPr>
          <p:txBody>
            <a:bodyPr wrap="square" rtlCol="0" anchor="ctr">
              <a:spAutoFit/>
            </a:bodyPr>
            <a:lstStyle/>
            <a:p>
              <a:pPr algn="r">
                <a:defRPr/>
              </a:pPr>
              <a:r>
                <a:rPr lang="en-US" sz="1100" b="0" i="0" u="none" strike="noStrike" cap="none" spc="0">
                  <a:solidFill>
                    <a:schemeClr val="bg1"/>
                  </a:solidFill>
                  <a:latin typeface="Arial"/>
                  <a:cs typeface="Arial"/>
                </a:rPr>
                <a:t>The operating system is designed to be mobile-ready, pre-installed with essential software, and focused on productivity with a user-friendly interface.</a:t>
              </a:r>
              <a:endParaRPr sz="1100">
                <a:solidFill>
                  <a:schemeClr val="bg1"/>
                </a:solidFill>
                <a:cs typeface="Arial"/>
              </a:endParaRPr>
            </a:p>
          </p:txBody>
        </p:sp>
        <p:sp>
          <p:nvSpPr>
            <p:cNvPr id="1120847739" name="TextBox 11"/>
            <p:cNvSpPr txBox="1"/>
            <p:nvPr/>
          </p:nvSpPr>
          <p:spPr bwMode="auto">
            <a:xfrm flipH="0" flipV="0">
              <a:off x="0" y="0"/>
              <a:ext cx="2880499" cy="274356"/>
            </a:xfrm>
            <a:prstGeom prst="rect">
              <a:avLst/>
            </a:prstGeom>
            <a:noFill/>
          </p:spPr>
          <p:txBody>
            <a:bodyPr wrap="square" rtlCol="0" anchor="ctr">
              <a:spAutoFit/>
            </a:bodyPr>
            <a:lstStyle/>
            <a:p>
              <a:pPr algn="r">
                <a:defRPr/>
              </a:pPr>
              <a:r>
                <a:rPr lang="en-US" sz="1200" b="1" i="0" u="none" strike="noStrike" cap="none" spc="0">
                  <a:solidFill>
                    <a:srgbClr val="FF0000"/>
                  </a:solidFill>
                  <a:latin typeface="Arial"/>
                  <a:cs typeface="Arial"/>
                </a:rPr>
                <a:t>User-focused design</a:t>
              </a:r>
              <a:r>
                <a:rPr lang="en-US" sz="1200" b="1" i="0" u="none" strike="noStrike" cap="none" spc="0">
                  <a:solidFill>
                    <a:srgbClr val="FF0000"/>
                  </a:solidFill>
                  <a:latin typeface="Arial"/>
                  <a:cs typeface="Arial"/>
                </a:rPr>
                <a:t>:</a:t>
              </a:r>
              <a:endParaRPr lang="ko-KR" sz="1200" b="1">
                <a:solidFill>
                  <a:schemeClr val="bg1"/>
                </a:solidFill>
                <a:cs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10"/>
          </p:nvPr>
        </p:nvSpPr>
        <p:spPr bwMode="auto"/>
        <p:txBody>
          <a:bodyPr/>
          <a:lstStyle/>
          <a:p>
            <a:pPr>
              <a:defRPr/>
            </a:pPr>
            <a:r>
              <a:rPr lang="en-US" sz="3600" b="0" i="0" u="none" strike="noStrike" cap="none" spc="0">
                <a:solidFill>
                  <a:schemeClr val="bg1"/>
                </a:solidFill>
                <a:latin typeface="Arial"/>
                <a:cs typeface="Arial"/>
              </a:rPr>
              <a:t>Architecture and Design</a:t>
            </a:r>
            <a:endParaRPr lang="ko-KR"/>
          </a:p>
        </p:txBody>
      </p:sp>
      <p:sp>
        <p:nvSpPr>
          <p:cNvPr id="5" name="Oval 4"/>
          <p:cNvSpPr/>
          <p:nvPr/>
        </p:nvSpPr>
        <p:spPr bwMode="auto">
          <a:xfrm>
            <a:off x="969103" y="2159150"/>
            <a:ext cx="931286" cy="931286"/>
          </a:xfrm>
          <a:prstGeom prst="ellipse">
            <a:avLst/>
          </a:prstGeom>
          <a:solidFill>
            <a:schemeClr val="bg1"/>
          </a:solid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6" name="Oval 5"/>
          <p:cNvSpPr/>
          <p:nvPr/>
        </p:nvSpPr>
        <p:spPr bwMode="auto">
          <a:xfrm>
            <a:off x="3057335" y="2159150"/>
            <a:ext cx="931286" cy="931286"/>
          </a:xfrm>
          <a:prstGeom prst="ellipse">
            <a:avLst/>
          </a:prstGeom>
          <a:solidFill>
            <a:schemeClr val="bg1"/>
          </a:solid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7" name="Oval 6"/>
          <p:cNvSpPr/>
          <p:nvPr/>
        </p:nvSpPr>
        <p:spPr bwMode="auto">
          <a:xfrm>
            <a:off x="5145567" y="2159150"/>
            <a:ext cx="931286" cy="931286"/>
          </a:xfrm>
          <a:prstGeom prst="ellipse">
            <a:avLst/>
          </a:prstGeom>
          <a:solidFill>
            <a:schemeClr val="bg1"/>
          </a:solid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8" name="Oval 7"/>
          <p:cNvSpPr/>
          <p:nvPr/>
        </p:nvSpPr>
        <p:spPr bwMode="auto">
          <a:xfrm>
            <a:off x="7233799" y="2159150"/>
            <a:ext cx="931286" cy="931286"/>
          </a:xfrm>
          <a:prstGeom prst="ellipse">
            <a:avLst/>
          </a:prstGeom>
          <a:solidFill>
            <a:schemeClr val="bg1"/>
          </a:solid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9" name="TextBox 8"/>
          <p:cNvSpPr txBox="1"/>
          <p:nvPr/>
        </p:nvSpPr>
        <p:spPr bwMode="auto">
          <a:xfrm>
            <a:off x="606654" y="1662648"/>
            <a:ext cx="1656219" cy="274356"/>
          </a:xfrm>
          <a:prstGeom prst="rect">
            <a:avLst/>
          </a:prstGeom>
          <a:noFill/>
        </p:spPr>
        <p:txBody>
          <a:bodyPr wrap="square" rtlCol="0" anchor="ctr">
            <a:spAutoFit/>
          </a:bodyPr>
          <a:lstStyle/>
          <a:p>
            <a:pPr algn="ctr">
              <a:defRPr/>
            </a:pPr>
            <a:r>
              <a:rPr lang="en-US" sz="1200" b="1" i="0" u="none" strike="noStrike" cap="none" spc="0">
                <a:solidFill>
                  <a:schemeClr val="tx1">
                    <a:lumMod val="75000"/>
                    <a:lumOff val="25000"/>
                  </a:schemeClr>
                </a:solidFill>
                <a:latin typeface="Arial"/>
                <a:cs typeface="Arial"/>
              </a:rPr>
              <a:t>Architecture</a:t>
            </a:r>
            <a:endParaRPr lang="ko-KR" sz="1200" b="1">
              <a:solidFill>
                <a:schemeClr val="tx1">
                  <a:lumMod val="75000"/>
                  <a:lumOff val="25000"/>
                </a:schemeClr>
              </a:solidFill>
              <a:cs typeface="Arial"/>
            </a:endParaRPr>
          </a:p>
        </p:txBody>
      </p:sp>
      <p:sp>
        <p:nvSpPr>
          <p:cNvPr id="10" name="TextBox 9"/>
          <p:cNvSpPr txBox="1"/>
          <p:nvPr/>
        </p:nvSpPr>
        <p:spPr bwMode="auto">
          <a:xfrm>
            <a:off x="2694885" y="1571208"/>
            <a:ext cx="1656219" cy="457235"/>
          </a:xfrm>
          <a:prstGeom prst="rect">
            <a:avLst/>
          </a:prstGeom>
          <a:noFill/>
        </p:spPr>
        <p:txBody>
          <a:bodyPr wrap="square" rtlCol="0" anchor="ctr">
            <a:spAutoFit/>
          </a:bodyPr>
          <a:lstStyle/>
          <a:p>
            <a:pPr algn="ctr">
              <a:defRPr/>
            </a:pPr>
            <a:r>
              <a:rPr lang="en-US" sz="1200" b="1" i="0" u="none" strike="noStrike" cap="none" spc="0">
                <a:solidFill>
                  <a:schemeClr val="tx1">
                    <a:lumMod val="75000"/>
                    <a:lumOff val="25000"/>
                  </a:schemeClr>
                </a:solidFill>
                <a:latin typeface="Arial"/>
                <a:cs typeface="Arial"/>
              </a:rPr>
              <a:t>Desktop Environment</a:t>
            </a:r>
            <a:endParaRPr lang="ko-KR" sz="1200" b="1">
              <a:solidFill>
                <a:schemeClr val="tx1">
                  <a:lumMod val="75000"/>
                  <a:lumOff val="25000"/>
                </a:schemeClr>
              </a:solidFill>
              <a:cs typeface="Arial"/>
            </a:endParaRPr>
          </a:p>
        </p:txBody>
      </p:sp>
      <p:sp>
        <p:nvSpPr>
          <p:cNvPr id="11" name="TextBox 10"/>
          <p:cNvSpPr txBox="1"/>
          <p:nvPr/>
        </p:nvSpPr>
        <p:spPr bwMode="auto">
          <a:xfrm>
            <a:off x="4783117" y="1662648"/>
            <a:ext cx="1656219" cy="274356"/>
          </a:xfrm>
          <a:prstGeom prst="rect">
            <a:avLst/>
          </a:prstGeom>
          <a:noFill/>
        </p:spPr>
        <p:txBody>
          <a:bodyPr wrap="square" rtlCol="0" anchor="ctr">
            <a:spAutoFit/>
          </a:bodyPr>
          <a:lstStyle/>
          <a:p>
            <a:pPr algn="ctr">
              <a:defRPr/>
            </a:pPr>
            <a:r>
              <a:rPr lang="en-US" sz="1200" b="1" i="0" u="none" strike="noStrike" cap="none" spc="0">
                <a:solidFill>
                  <a:schemeClr val="tx1">
                    <a:lumMod val="75000"/>
                    <a:lumOff val="25000"/>
                  </a:schemeClr>
                </a:solidFill>
                <a:latin typeface="Arial"/>
                <a:cs typeface="Arial"/>
              </a:rPr>
              <a:t>Mobile Integration</a:t>
            </a:r>
            <a:endParaRPr lang="ko-KR" sz="1200" b="1">
              <a:solidFill>
                <a:schemeClr val="tx1">
                  <a:lumMod val="75000"/>
                  <a:lumOff val="25000"/>
                </a:schemeClr>
              </a:solidFill>
              <a:cs typeface="Arial"/>
            </a:endParaRPr>
          </a:p>
        </p:txBody>
      </p:sp>
      <p:sp>
        <p:nvSpPr>
          <p:cNvPr id="12" name="TextBox 11"/>
          <p:cNvSpPr txBox="1"/>
          <p:nvPr/>
        </p:nvSpPr>
        <p:spPr bwMode="auto">
          <a:xfrm>
            <a:off x="6871349" y="1571208"/>
            <a:ext cx="1656219" cy="457235"/>
          </a:xfrm>
          <a:prstGeom prst="rect">
            <a:avLst/>
          </a:prstGeom>
          <a:noFill/>
        </p:spPr>
        <p:txBody>
          <a:bodyPr wrap="square" rtlCol="0" anchor="ctr">
            <a:spAutoFit/>
          </a:bodyPr>
          <a:lstStyle/>
          <a:p>
            <a:pPr algn="ctr">
              <a:defRPr/>
            </a:pPr>
            <a:r>
              <a:rPr lang="en-US" sz="1200" b="1" i="0" u="none" strike="noStrike" cap="none" spc="0">
                <a:solidFill>
                  <a:schemeClr val="tx1">
                    <a:lumMod val="75000"/>
                    <a:lumOff val="25000"/>
                  </a:schemeClr>
                </a:solidFill>
                <a:latin typeface="Arial"/>
                <a:cs typeface="Arial"/>
              </a:rPr>
              <a:t>Operating System Core</a:t>
            </a:r>
            <a:endParaRPr lang="ko-KR" sz="1200" b="1">
              <a:solidFill>
                <a:schemeClr val="tx1">
                  <a:lumMod val="75000"/>
                  <a:lumOff val="25000"/>
                </a:schemeClr>
              </a:solidFill>
              <a:cs typeface="Arial"/>
            </a:endParaRPr>
          </a:p>
        </p:txBody>
      </p:sp>
      <p:sp>
        <p:nvSpPr>
          <p:cNvPr id="26" name="Left Arrow 1"/>
          <p:cNvSpPr>
            <a:spLocks noChangeAspect="1"/>
          </p:cNvSpPr>
          <p:nvPr/>
        </p:nvSpPr>
        <p:spPr bwMode="auto">
          <a:xfrm>
            <a:off x="5431916" y="2450284"/>
            <a:ext cx="358589" cy="349018"/>
          </a:xfrm>
          <a:custGeom>
            <a:avLst/>
            <a:gdLst/>
            <a:ahLst/>
            <a:cxnLst/>
            <a:rect l="l" t="t" r="r" b="b"/>
            <a:pathLst>
              <a:path w="3306630" h="3218379" fill="norm" stroke="1" extrusionOk="0">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27" name="Oval 7"/>
          <p:cNvSpPr/>
          <p:nvPr/>
        </p:nvSpPr>
        <p:spPr bwMode="auto">
          <a:xfrm>
            <a:off x="7529492" y="2454843"/>
            <a:ext cx="339900" cy="339900"/>
          </a:xfrm>
          <a:custGeom>
            <a:avLst/>
            <a:gdLst/>
            <a:ahLst/>
            <a:cxnLst/>
            <a:rect l="l" t="t" r="r" b="b"/>
            <a:pathLst>
              <a:path w="3240000" h="3240000" fill="norm" stroke="1" extrusionOk="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8" name="Rectangle 36"/>
          <p:cNvSpPr/>
          <p:nvPr/>
        </p:nvSpPr>
        <p:spPr bwMode="auto">
          <a:xfrm>
            <a:off x="3354993" y="2484370"/>
            <a:ext cx="335971" cy="280846"/>
          </a:xfrm>
          <a:custGeom>
            <a:avLst/>
            <a:gdLst/>
            <a:ahLst/>
            <a:cxnLst/>
            <a:rect l="l" t="t" r="r" b="b"/>
            <a:pathLst>
              <a:path w="3186824" h="2663936" fill="norm" stroke="1" extrusionOk="0">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lumMod val="75000"/>
                  <a:lumOff val="25000"/>
                </a:schemeClr>
              </a:solidFill>
            </a:endParaRPr>
          </a:p>
        </p:txBody>
      </p:sp>
      <p:sp>
        <p:nvSpPr>
          <p:cNvPr id="29" name="Rectangle 28"/>
          <p:cNvSpPr/>
          <p:nvPr/>
        </p:nvSpPr>
        <p:spPr bwMode="auto">
          <a:xfrm>
            <a:off x="1879203" y="2444793"/>
            <a:ext cx="1188000" cy="360000"/>
          </a:xfrm>
          <a:custGeom>
            <a:avLst/>
            <a:gdLst>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000" h="360000" fill="norm" stroke="1" extrusionOk="0">
                <a:moveTo>
                  <a:pt x="0" y="0"/>
                </a:moveTo>
                <a:cubicBezTo>
                  <a:pt x="568995" y="98854"/>
                  <a:pt x="608413" y="81203"/>
                  <a:pt x="1188000" y="0"/>
                </a:cubicBezTo>
                <a:lnTo>
                  <a:pt x="1188000" y="360000"/>
                </a:lnTo>
                <a:cubicBezTo>
                  <a:pt x="608414" y="268206"/>
                  <a:pt x="576056" y="268206"/>
                  <a:pt x="0" y="360000"/>
                </a:cubicBezTo>
                <a:lnTo>
                  <a:pt x="0" y="0"/>
                </a:lnTo>
                <a:close/>
              </a:path>
            </a:pathLst>
          </a:cu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32" name="Rectangle 28"/>
          <p:cNvSpPr/>
          <p:nvPr/>
        </p:nvSpPr>
        <p:spPr bwMode="auto">
          <a:xfrm>
            <a:off x="3988621" y="2444793"/>
            <a:ext cx="1188000" cy="360000"/>
          </a:xfrm>
          <a:custGeom>
            <a:avLst/>
            <a:gdLst>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000" h="360000" fill="norm" stroke="1" extrusionOk="0">
                <a:moveTo>
                  <a:pt x="0" y="0"/>
                </a:moveTo>
                <a:cubicBezTo>
                  <a:pt x="568995" y="98854"/>
                  <a:pt x="608413" y="81203"/>
                  <a:pt x="1188000" y="0"/>
                </a:cubicBezTo>
                <a:lnTo>
                  <a:pt x="1188000" y="360000"/>
                </a:lnTo>
                <a:cubicBezTo>
                  <a:pt x="608414" y="268206"/>
                  <a:pt x="576056" y="268206"/>
                  <a:pt x="0" y="360000"/>
                </a:cubicBezTo>
                <a:lnTo>
                  <a:pt x="0" y="0"/>
                </a:lnTo>
                <a:close/>
              </a:path>
            </a:pathLst>
          </a:custGeom>
          <a:gradFill>
            <a:gsLst>
              <a:gs pos="0">
                <a:schemeClr val="accent3"/>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33" name="Rectangle 28"/>
          <p:cNvSpPr/>
          <p:nvPr/>
        </p:nvSpPr>
        <p:spPr bwMode="auto">
          <a:xfrm>
            <a:off x="6074186" y="2444793"/>
            <a:ext cx="1188000" cy="360000"/>
          </a:xfrm>
          <a:custGeom>
            <a:avLst/>
            <a:gdLst>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 name="connsiteX0" fmla="*/ 0 w 1188000"/>
              <a:gd name="connsiteY0" fmla="*/ 0 h 360000"/>
              <a:gd name="connsiteX1" fmla="*/ 1188000 w 1188000"/>
              <a:gd name="connsiteY1" fmla="*/ 0 h 360000"/>
              <a:gd name="connsiteX2" fmla="*/ 1188000 w 1188000"/>
              <a:gd name="connsiteY2" fmla="*/ 360000 h 360000"/>
              <a:gd name="connsiteX3" fmla="*/ 0 w 1188000"/>
              <a:gd name="connsiteY3" fmla="*/ 360000 h 360000"/>
              <a:gd name="connsiteX4" fmla="*/ 0 w 1188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000" h="360000" fill="norm" stroke="1" extrusionOk="0">
                <a:moveTo>
                  <a:pt x="0" y="0"/>
                </a:moveTo>
                <a:cubicBezTo>
                  <a:pt x="568995" y="98854"/>
                  <a:pt x="608413" y="81203"/>
                  <a:pt x="1188000" y="0"/>
                </a:cubicBezTo>
                <a:lnTo>
                  <a:pt x="1188000" y="360000"/>
                </a:lnTo>
                <a:cubicBezTo>
                  <a:pt x="608414" y="268206"/>
                  <a:pt x="576056" y="268206"/>
                  <a:pt x="0" y="360000"/>
                </a:cubicBezTo>
                <a:lnTo>
                  <a:pt x="0" y="0"/>
                </a:lnTo>
                <a:close/>
              </a:path>
            </a:pathLst>
          </a:cu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14" name="TextBox 13"/>
          <p:cNvSpPr txBox="1"/>
          <p:nvPr/>
        </p:nvSpPr>
        <p:spPr bwMode="auto">
          <a:xfrm rot="0" flipH="0" flipV="0">
            <a:off x="584821" y="3137957"/>
            <a:ext cx="1699882" cy="1920275"/>
          </a:xfrm>
          <a:prstGeom prst="rect">
            <a:avLst/>
          </a:prstGeom>
          <a:noFill/>
        </p:spPr>
        <p:txBody>
          <a:bodyPr wrap="square" rtlCol="0" anchor="ctr">
            <a:spAutoFit/>
          </a:bodyPr>
          <a:lstStyle/>
          <a:p>
            <a:pPr algn="ctr">
              <a:defRPr/>
            </a:pPr>
            <a:r>
              <a:rPr lang="en-US" sz="1200" b="0" i="0" u="none" strike="noStrike" cap="none" spc="0">
                <a:solidFill>
                  <a:schemeClr val="tx1">
                    <a:lumMod val="75000"/>
                    <a:lumOff val="25000"/>
                  </a:schemeClr>
                </a:solidFill>
                <a:latin typeface="Arial"/>
                <a:cs typeface="Arial"/>
              </a:rPr>
              <a:t>AgamiOS is based on a modular design, with various components that can be updated and replaced as needed. This allows for easy maintenance and upgrades to the system.</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23" name="TextBox 22"/>
          <p:cNvSpPr txBox="1"/>
          <p:nvPr/>
        </p:nvSpPr>
        <p:spPr bwMode="auto">
          <a:xfrm rot="0" flipH="0" flipV="0">
            <a:off x="6849516" y="3138082"/>
            <a:ext cx="1700133" cy="1920275"/>
          </a:xfrm>
          <a:prstGeom prst="rect">
            <a:avLst/>
          </a:prstGeom>
          <a:noFill/>
        </p:spPr>
        <p:txBody>
          <a:bodyPr wrap="square" rtlCol="0" anchor="ctr">
            <a:spAutoFit/>
          </a:bodyPr>
          <a:lstStyle/>
          <a:p>
            <a:pPr algn="ctr">
              <a:defRPr/>
            </a:pPr>
            <a:r>
              <a:rPr lang="en-US" sz="1200" b="0" i="0" u="none" strike="noStrike" cap="none" spc="0">
                <a:solidFill>
                  <a:schemeClr val="tx1">
                    <a:lumMod val="75000"/>
                    <a:lumOff val="25000"/>
                  </a:schemeClr>
                </a:solidFill>
                <a:latin typeface="Arial"/>
                <a:cs typeface="Arial"/>
              </a:rPr>
              <a:t>The core of the operating system is built on a Linux kernel and the Debian GNU/Linux distribution. This provides the stability, security, and reliability that AgamiOS users have come to expect.</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7" name="TextBox 16"/>
          <p:cNvSpPr txBox="1"/>
          <p:nvPr/>
        </p:nvSpPr>
        <p:spPr bwMode="auto">
          <a:xfrm rot="0" flipH="0" flipV="0">
            <a:off x="2440810" y="3138946"/>
            <a:ext cx="2164334" cy="1920275"/>
          </a:xfrm>
          <a:prstGeom prst="rect">
            <a:avLst/>
          </a:prstGeom>
          <a:noFill/>
        </p:spPr>
        <p:txBody>
          <a:bodyPr wrap="square" rtlCol="0" anchor="ctr">
            <a:spAutoFit/>
          </a:bodyPr>
          <a:lstStyle/>
          <a:p>
            <a:pPr algn="ctr">
              <a:defRPr/>
            </a:pPr>
            <a:r>
              <a:rPr lang="en-US" sz="1200" b="0" i="0" u="none" strike="noStrike" cap="none" spc="0">
                <a:solidFill>
                  <a:schemeClr val="tx1">
                    <a:lumMod val="75000"/>
                    <a:lumOff val="25000"/>
                  </a:schemeClr>
                </a:solidFill>
                <a:latin typeface="Arial"/>
                <a:cs typeface="Arial"/>
              </a:rPr>
              <a:t>AgamiOS  utilizes the KDE Plasma desktop environment, which provides a fast, fluid, and elegant user interface. This allows users to easily navigate the operating system and access the many applications and tools included in the AgamiOS software center.</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20" name="TextBox 19"/>
          <p:cNvSpPr txBox="1"/>
          <p:nvPr/>
        </p:nvSpPr>
        <p:spPr bwMode="auto">
          <a:xfrm rot="0" flipH="0" flipV="0">
            <a:off x="4761284" y="3139270"/>
            <a:ext cx="1702509" cy="1920275"/>
          </a:xfrm>
          <a:prstGeom prst="rect">
            <a:avLst/>
          </a:prstGeom>
          <a:noFill/>
        </p:spPr>
        <p:txBody>
          <a:bodyPr wrap="square" rtlCol="0" anchor="ctr">
            <a:spAutoFit/>
          </a:bodyPr>
          <a:lstStyle/>
          <a:p>
            <a:pPr algn="ctr">
              <a:defRPr/>
            </a:pPr>
            <a:r>
              <a:rPr lang="en-US" sz="1200" b="0" i="0" u="none" strike="noStrike" cap="none" spc="0">
                <a:solidFill>
                  <a:schemeClr val="tx1">
                    <a:lumMod val="75000"/>
                    <a:lumOff val="25000"/>
                  </a:schemeClr>
                </a:solidFill>
                <a:latin typeface="Arial"/>
                <a:cs typeface="Arial"/>
              </a:rPr>
              <a:t>AgamiOS has mobile Integration software install in pre-build, with seamless integration between desktop and mobile devices.</a:t>
            </a:r>
            <a:r>
              <a:rPr lang="en-US" sz="1200" b="0" i="0" u="none" strike="noStrike" cap="none" spc="0">
                <a:solidFill>
                  <a:schemeClr val="tx1">
                    <a:lumMod val="75000"/>
                    <a:lumOff val="25000"/>
                  </a:schemeClr>
                </a:solidFill>
                <a:latin typeface="Arial"/>
                <a:cs typeface="Arial"/>
              </a:rPr>
              <a:t> The integration is achieved through the use of KDE Connect.</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726076655" name="Trapezoid 13"/>
          <p:cNvSpPr/>
          <p:nvPr/>
        </p:nvSpPr>
        <p:spPr bwMode="auto">
          <a:xfrm>
            <a:off x="1253844" y="2471814"/>
            <a:ext cx="361837" cy="305955"/>
          </a:xfrm>
          <a:custGeom>
            <a:avLst/>
            <a:gdLst/>
            <a:ahLst/>
            <a:cxnLst/>
            <a:rect l="l" t="t" r="r" b="b"/>
            <a:pathLst>
              <a:path w="2736304" h="2313707" fill="norm" stroke="1" extrusionOk="0">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grpSp>
        <p:nvGrpSpPr>
          <p:cNvPr id="10" name="Group 9"/>
          <p:cNvGrpSpPr/>
          <p:nvPr/>
        </p:nvGrpSpPr>
        <p:grpSpPr bwMode="auto">
          <a:xfrm>
            <a:off x="3106688" y="1611263"/>
            <a:ext cx="2930624" cy="2930624"/>
            <a:chOff x="3106688" y="1611263"/>
            <a:chExt cx="2930624" cy="2930624"/>
          </a:xfrm>
        </p:grpSpPr>
        <p:sp>
          <p:nvSpPr>
            <p:cNvPr id="4" name="Block Arc 3"/>
            <p:cNvSpPr/>
            <p:nvPr/>
          </p:nvSpPr>
          <p:spPr bwMode="auto">
            <a:xfrm>
              <a:off x="3106688" y="1611263"/>
              <a:ext cx="2930624" cy="2930624"/>
            </a:xfrm>
            <a:prstGeom prst="blockArc">
              <a:avLst>
                <a:gd name="adj1" fmla="val 7959705"/>
                <a:gd name="adj2" fmla="val 2586138"/>
                <a:gd name="adj3" fmla="val 652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sp>
          <p:nvSpPr>
            <p:cNvPr id="5" name="Isosceles Triangle 4"/>
            <p:cNvSpPr/>
            <p:nvPr/>
          </p:nvSpPr>
          <p:spPr bwMode="auto">
            <a:xfrm rot="13830326">
              <a:off x="5230269" y="3931869"/>
              <a:ext cx="396900" cy="342156"/>
            </a:xfrm>
            <a:prstGeom prst="triangle">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grpSp>
      <p:sp>
        <p:nvSpPr>
          <p:cNvPr id="2" name="Text Placeholder 1"/>
          <p:cNvSpPr>
            <a:spLocks noGrp="1"/>
          </p:cNvSpPr>
          <p:nvPr>
            <p:ph type="body" sz="quarter" idx="10"/>
          </p:nvPr>
        </p:nvSpPr>
        <p:spPr bwMode="auto"/>
        <p:txBody>
          <a:bodyPr/>
          <a:lstStyle/>
          <a:p>
            <a:pPr>
              <a:defRPr/>
            </a:pPr>
            <a:r>
              <a:rPr lang="en-US" sz="3600" b="0" i="0" u="none" strike="noStrike" cap="none" spc="0">
                <a:solidFill>
                  <a:srgbClr val="FF0000"/>
                </a:solidFill>
                <a:latin typeface="Arial"/>
                <a:cs typeface="Arial"/>
              </a:rPr>
              <a:t>Government</a:t>
            </a:r>
            <a:r>
              <a:rPr lang="en-US" sz="3600" b="0" i="0" u="none" strike="noStrike" cap="none" spc="0">
                <a:solidFill>
                  <a:schemeClr val="bg1"/>
                </a:solidFill>
                <a:latin typeface="Arial"/>
                <a:cs typeface="Arial"/>
              </a:rPr>
              <a:t> support</a:t>
            </a:r>
            <a:endParaRPr lang="ko-KR"/>
          </a:p>
        </p:txBody>
      </p:sp>
      <p:sp>
        <p:nvSpPr>
          <p:cNvPr id="6" name="Oval 5"/>
          <p:cNvSpPr/>
          <p:nvPr/>
        </p:nvSpPr>
        <p:spPr bwMode="auto">
          <a:xfrm>
            <a:off x="2992642" y="3076574"/>
            <a:ext cx="537366" cy="53736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7" name="Oval 6"/>
          <p:cNvSpPr/>
          <p:nvPr/>
        </p:nvSpPr>
        <p:spPr bwMode="auto">
          <a:xfrm>
            <a:off x="3506808" y="1687986"/>
            <a:ext cx="537366" cy="5373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8" name="Oval 7"/>
          <p:cNvSpPr/>
          <p:nvPr/>
        </p:nvSpPr>
        <p:spPr bwMode="auto">
          <a:xfrm>
            <a:off x="5042746" y="1687986"/>
            <a:ext cx="537366" cy="5373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9" name="Oval 8"/>
          <p:cNvSpPr/>
          <p:nvPr/>
        </p:nvSpPr>
        <p:spPr bwMode="auto">
          <a:xfrm>
            <a:off x="5609372" y="3076574"/>
            <a:ext cx="537366" cy="5373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2" name="Block Arc 6"/>
          <p:cNvSpPr/>
          <p:nvPr/>
        </p:nvSpPr>
        <p:spPr bwMode="auto">
          <a:xfrm>
            <a:off x="3124438" y="3207024"/>
            <a:ext cx="273773" cy="276467"/>
          </a:xfrm>
          <a:custGeom>
            <a:avLst/>
            <a:gdLst>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734726 w 3221102"/>
              <a:gd name="connsiteY22" fmla="*/ 869255 h 3221116"/>
              <a:gd name="connsiteX23" fmla="*/ 1956122 w 3221102"/>
              <a:gd name="connsiteY23" fmla="*/ 1110076 h 3221116"/>
              <a:gd name="connsiteX24" fmla="*/ 1973374 w 3221102"/>
              <a:gd name="connsiteY24" fmla="*/ 875315 h 3221116"/>
              <a:gd name="connsiteX25" fmla="*/ 2333414 w 3221102"/>
              <a:gd name="connsiteY25" fmla="*/ 875315 h 3221116"/>
              <a:gd name="connsiteX26" fmla="*/ 2324788 w 3221102"/>
              <a:gd name="connsiteY26" fmla="*/ 2054049 h 3221116"/>
              <a:gd name="connsiteX27" fmla="*/ 2661746 w 3221102"/>
              <a:gd name="connsiteY27" fmla="*/ 2179658 h 3221116"/>
              <a:gd name="connsiteX28" fmla="*/ 2691046 w 3221102"/>
              <a:gd name="connsiteY28" fmla="*/ 2188689 h 3221116"/>
              <a:gd name="connsiteX29" fmla="*/ 2667011 w 3221102"/>
              <a:gd name="connsiteY29" fmla="*/ 2175828 h 3221116"/>
              <a:gd name="connsiteX30" fmla="*/ 2332141 w 3221102"/>
              <a:gd name="connsiteY30" fmla="*/ 653899 h 3221116"/>
              <a:gd name="connsiteX31" fmla="*/ 776764 w 3221102"/>
              <a:gd name="connsiteY31" fmla="*/ 749845 h 3221116"/>
              <a:gd name="connsiteX32" fmla="*/ 631487 w 3221102"/>
              <a:gd name="connsiteY32" fmla="*/ 2301392 h 3221116"/>
              <a:gd name="connsiteX33" fmla="*/ 2142017 w 3221102"/>
              <a:gd name="connsiteY33" fmla="*/ 2684410 h 3221116"/>
              <a:gd name="connsiteX34" fmla="*/ 2324866 w 3221102"/>
              <a:gd name="connsiteY34" fmla="*/ 3053856 h 3221116"/>
              <a:gd name="connsiteX35" fmla="*/ 294693 w 3221102"/>
              <a:gd name="connsiteY35" fmla="*/ 2539075 h 3221116"/>
              <a:gd name="connsiteX36" fmla="*/ 489947 w 3221102"/>
              <a:gd name="connsiteY36" fmla="*/ 453774 h 3221116"/>
              <a:gd name="connsiteX37" fmla="*/ 1651152 w 3221102"/>
              <a:gd name="connsiteY37"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91651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3004976 w 3221102"/>
              <a:gd name="connsiteY13" fmla="*/ 2356675 h 3221116"/>
              <a:gd name="connsiteX14" fmla="*/ 2585849 w 3221102"/>
              <a:gd name="connsiteY14" fmla="*/ 2588887 h 3221116"/>
              <a:gd name="connsiteX15" fmla="*/ 1973374 w 3221102"/>
              <a:gd name="connsiteY15" fmla="*/ 2195096 h 3221116"/>
              <a:gd name="connsiteX16" fmla="*/ 1390827 w 3221102"/>
              <a:gd name="connsiteY16" fmla="*/ 2527630 h 3221116"/>
              <a:gd name="connsiteX17" fmla="*/ 783896 w 3221102"/>
              <a:gd name="connsiteY17" fmla="*/ 1665044 h 3221116"/>
              <a:gd name="connsiteX18" fmla="*/ 1268509 w 3221102"/>
              <a:gd name="connsiteY18" fmla="*/ 819983 h 3221116"/>
              <a:gd name="connsiteX19" fmla="*/ 1328805 w 3221102"/>
              <a:gd name="connsiteY19" fmla="*/ 807930 h 3221116"/>
              <a:gd name="connsiteX20" fmla="*/ 1390827 w 3221102"/>
              <a:gd name="connsiteY20" fmla="*/ 802457 h 3221116"/>
              <a:gd name="connsiteX21" fmla="*/ 1462242 w 3221102"/>
              <a:gd name="connsiteY21" fmla="*/ 801708 h 3221116"/>
              <a:gd name="connsiteX22" fmla="*/ 1956122 w 3221102"/>
              <a:gd name="connsiteY22" fmla="*/ 1110076 h 3221116"/>
              <a:gd name="connsiteX23" fmla="*/ 1973374 w 3221102"/>
              <a:gd name="connsiteY23" fmla="*/ 875315 h 3221116"/>
              <a:gd name="connsiteX24" fmla="*/ 2333414 w 3221102"/>
              <a:gd name="connsiteY24" fmla="*/ 875315 h 3221116"/>
              <a:gd name="connsiteX25" fmla="*/ 2324788 w 3221102"/>
              <a:gd name="connsiteY25" fmla="*/ 2054049 h 3221116"/>
              <a:gd name="connsiteX26" fmla="*/ 2661746 w 3221102"/>
              <a:gd name="connsiteY26" fmla="*/ 2179658 h 3221116"/>
              <a:gd name="connsiteX27" fmla="*/ 2691046 w 3221102"/>
              <a:gd name="connsiteY27" fmla="*/ 2188689 h 3221116"/>
              <a:gd name="connsiteX28" fmla="*/ 2667011 w 3221102"/>
              <a:gd name="connsiteY28" fmla="*/ 2175828 h 3221116"/>
              <a:gd name="connsiteX29" fmla="*/ 2332141 w 3221102"/>
              <a:gd name="connsiteY29" fmla="*/ 653899 h 3221116"/>
              <a:gd name="connsiteX30" fmla="*/ 776764 w 3221102"/>
              <a:gd name="connsiteY30" fmla="*/ 749845 h 3221116"/>
              <a:gd name="connsiteX31" fmla="*/ 631487 w 3221102"/>
              <a:gd name="connsiteY31" fmla="*/ 2301392 h 3221116"/>
              <a:gd name="connsiteX32" fmla="*/ 2142017 w 3221102"/>
              <a:gd name="connsiteY32" fmla="*/ 2684410 h 3221116"/>
              <a:gd name="connsiteX33" fmla="*/ 2324866 w 3221102"/>
              <a:gd name="connsiteY33" fmla="*/ 3053856 h 3221116"/>
              <a:gd name="connsiteX34" fmla="*/ 294693 w 3221102"/>
              <a:gd name="connsiteY34" fmla="*/ 2539075 h 3221116"/>
              <a:gd name="connsiteX35" fmla="*/ 489947 w 3221102"/>
              <a:gd name="connsiteY35" fmla="*/ 453774 h 3221116"/>
              <a:gd name="connsiteX36" fmla="*/ 1651152 w 3221102"/>
              <a:gd name="connsiteY36"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221102"/>
              <a:gd name="connsiteY0" fmla="*/ 2175617 h 3221116"/>
              <a:gd name="connsiteX1" fmla="*/ 2658205 w 3221102"/>
              <a:gd name="connsiteY1" fmla="*/ 2178566 h 3221116"/>
              <a:gd name="connsiteX2" fmla="*/ 2664630 w 3221102"/>
              <a:gd name="connsiteY2" fmla="*/ 2175617 h 3221116"/>
              <a:gd name="connsiteX3" fmla="*/ 1477043 w 3221102"/>
              <a:gd name="connsiteY3" fmla="*/ 1144372 h 3221116"/>
              <a:gd name="connsiteX4" fmla="*/ 1409070 w 3221102"/>
              <a:gd name="connsiteY4" fmla="*/ 1159393 h 3221116"/>
              <a:gd name="connsiteX5" fmla="*/ 1152384 w 3221102"/>
              <a:gd name="connsiteY5" fmla="*/ 1703728 h 3221116"/>
              <a:gd name="connsiteX6" fmla="*/ 1514013 w 3221102"/>
              <a:gd name="connsiteY6" fmla="*/ 2152290 h 3221116"/>
              <a:gd name="connsiteX7" fmla="*/ 1850815 w 3221102"/>
              <a:gd name="connsiteY7" fmla="*/ 1654259 h 3221116"/>
              <a:gd name="connsiteX8" fmla="*/ 1830467 w 3221102"/>
              <a:gd name="connsiteY8" fmla="*/ 1515986 h 3221116"/>
              <a:gd name="connsiteX9" fmla="*/ 1477043 w 3221102"/>
              <a:gd name="connsiteY9" fmla="*/ 1144372 h 3221116"/>
              <a:gd name="connsiteX10" fmla="*/ 1651152 w 3221102"/>
              <a:gd name="connsiteY10" fmla="*/ 501 h 3221116"/>
              <a:gd name="connsiteX11" fmla="*/ 2580395 w 3221102"/>
              <a:gd name="connsiteY11" fmla="*/ 324821 h 3221116"/>
              <a:gd name="connsiteX12" fmla="*/ 3030464 w 3221102"/>
              <a:gd name="connsiteY12" fmla="*/ 2370314 h 3221116"/>
              <a:gd name="connsiteX13" fmla="*/ 2585849 w 3221102"/>
              <a:gd name="connsiteY13" fmla="*/ 2588887 h 3221116"/>
              <a:gd name="connsiteX14" fmla="*/ 1973374 w 3221102"/>
              <a:gd name="connsiteY14" fmla="*/ 2195096 h 3221116"/>
              <a:gd name="connsiteX15" fmla="*/ 1390827 w 3221102"/>
              <a:gd name="connsiteY15" fmla="*/ 2527630 h 3221116"/>
              <a:gd name="connsiteX16" fmla="*/ 783896 w 3221102"/>
              <a:gd name="connsiteY16" fmla="*/ 1665044 h 3221116"/>
              <a:gd name="connsiteX17" fmla="*/ 1268509 w 3221102"/>
              <a:gd name="connsiteY17" fmla="*/ 819983 h 3221116"/>
              <a:gd name="connsiteX18" fmla="*/ 1328805 w 3221102"/>
              <a:gd name="connsiteY18" fmla="*/ 807930 h 3221116"/>
              <a:gd name="connsiteX19" fmla="*/ 1390827 w 3221102"/>
              <a:gd name="connsiteY19" fmla="*/ 802457 h 3221116"/>
              <a:gd name="connsiteX20" fmla="*/ 1462242 w 3221102"/>
              <a:gd name="connsiteY20" fmla="*/ 801708 h 3221116"/>
              <a:gd name="connsiteX21" fmla="*/ 1956122 w 3221102"/>
              <a:gd name="connsiteY21" fmla="*/ 1110076 h 3221116"/>
              <a:gd name="connsiteX22" fmla="*/ 1973374 w 3221102"/>
              <a:gd name="connsiteY22" fmla="*/ 875315 h 3221116"/>
              <a:gd name="connsiteX23" fmla="*/ 2333414 w 3221102"/>
              <a:gd name="connsiteY23" fmla="*/ 875315 h 3221116"/>
              <a:gd name="connsiteX24" fmla="*/ 2324788 w 3221102"/>
              <a:gd name="connsiteY24" fmla="*/ 2054049 h 3221116"/>
              <a:gd name="connsiteX25" fmla="*/ 2661746 w 3221102"/>
              <a:gd name="connsiteY25" fmla="*/ 2179658 h 3221116"/>
              <a:gd name="connsiteX26" fmla="*/ 2691046 w 3221102"/>
              <a:gd name="connsiteY26" fmla="*/ 2188689 h 3221116"/>
              <a:gd name="connsiteX27" fmla="*/ 2667011 w 3221102"/>
              <a:gd name="connsiteY27" fmla="*/ 2175828 h 3221116"/>
              <a:gd name="connsiteX28" fmla="*/ 2332141 w 3221102"/>
              <a:gd name="connsiteY28" fmla="*/ 653899 h 3221116"/>
              <a:gd name="connsiteX29" fmla="*/ 776764 w 3221102"/>
              <a:gd name="connsiteY29" fmla="*/ 749845 h 3221116"/>
              <a:gd name="connsiteX30" fmla="*/ 631487 w 3221102"/>
              <a:gd name="connsiteY30" fmla="*/ 2301392 h 3221116"/>
              <a:gd name="connsiteX31" fmla="*/ 2142017 w 3221102"/>
              <a:gd name="connsiteY31" fmla="*/ 2684410 h 3221116"/>
              <a:gd name="connsiteX32" fmla="*/ 2324866 w 3221102"/>
              <a:gd name="connsiteY32" fmla="*/ 3053856 h 3221116"/>
              <a:gd name="connsiteX33" fmla="*/ 294693 w 3221102"/>
              <a:gd name="connsiteY33" fmla="*/ 2539075 h 3221116"/>
              <a:gd name="connsiteX34" fmla="*/ 489947 w 3221102"/>
              <a:gd name="connsiteY34" fmla="*/ 453774 h 3221116"/>
              <a:gd name="connsiteX35" fmla="*/ 1651152 w 3221102"/>
              <a:gd name="connsiteY35" fmla="*/ 501 h 3221116"/>
              <a:gd name="connsiteX0" fmla="*/ 2664630 w 3151233"/>
              <a:gd name="connsiteY0" fmla="*/ 2175617 h 3221116"/>
              <a:gd name="connsiteX1" fmla="*/ 2658205 w 3151233"/>
              <a:gd name="connsiteY1" fmla="*/ 2178566 h 3221116"/>
              <a:gd name="connsiteX2" fmla="*/ 2664630 w 3151233"/>
              <a:gd name="connsiteY2" fmla="*/ 2175617 h 3221116"/>
              <a:gd name="connsiteX3" fmla="*/ 1477043 w 3151233"/>
              <a:gd name="connsiteY3" fmla="*/ 1144372 h 3221116"/>
              <a:gd name="connsiteX4" fmla="*/ 1409070 w 3151233"/>
              <a:gd name="connsiteY4" fmla="*/ 1159393 h 3221116"/>
              <a:gd name="connsiteX5" fmla="*/ 1152384 w 3151233"/>
              <a:gd name="connsiteY5" fmla="*/ 1703728 h 3221116"/>
              <a:gd name="connsiteX6" fmla="*/ 1514013 w 3151233"/>
              <a:gd name="connsiteY6" fmla="*/ 2152290 h 3221116"/>
              <a:gd name="connsiteX7" fmla="*/ 1850815 w 3151233"/>
              <a:gd name="connsiteY7" fmla="*/ 1654259 h 3221116"/>
              <a:gd name="connsiteX8" fmla="*/ 1830467 w 3151233"/>
              <a:gd name="connsiteY8" fmla="*/ 1515986 h 3221116"/>
              <a:gd name="connsiteX9" fmla="*/ 1477043 w 3151233"/>
              <a:gd name="connsiteY9" fmla="*/ 1144372 h 3221116"/>
              <a:gd name="connsiteX10" fmla="*/ 1651152 w 3151233"/>
              <a:gd name="connsiteY10" fmla="*/ 501 h 3221116"/>
              <a:gd name="connsiteX11" fmla="*/ 2580395 w 3151233"/>
              <a:gd name="connsiteY11" fmla="*/ 324821 h 3221116"/>
              <a:gd name="connsiteX12" fmla="*/ 3030464 w 3151233"/>
              <a:gd name="connsiteY12" fmla="*/ 2249544 h 3221116"/>
              <a:gd name="connsiteX13" fmla="*/ 2585849 w 3151233"/>
              <a:gd name="connsiteY13" fmla="*/ 2588887 h 3221116"/>
              <a:gd name="connsiteX14" fmla="*/ 1973374 w 3151233"/>
              <a:gd name="connsiteY14" fmla="*/ 2195096 h 3221116"/>
              <a:gd name="connsiteX15" fmla="*/ 1390827 w 3151233"/>
              <a:gd name="connsiteY15" fmla="*/ 2527630 h 3221116"/>
              <a:gd name="connsiteX16" fmla="*/ 783896 w 3151233"/>
              <a:gd name="connsiteY16" fmla="*/ 1665044 h 3221116"/>
              <a:gd name="connsiteX17" fmla="*/ 1268509 w 3151233"/>
              <a:gd name="connsiteY17" fmla="*/ 819983 h 3221116"/>
              <a:gd name="connsiteX18" fmla="*/ 1328805 w 3151233"/>
              <a:gd name="connsiteY18" fmla="*/ 807930 h 3221116"/>
              <a:gd name="connsiteX19" fmla="*/ 1390827 w 3151233"/>
              <a:gd name="connsiteY19" fmla="*/ 802457 h 3221116"/>
              <a:gd name="connsiteX20" fmla="*/ 1462242 w 3151233"/>
              <a:gd name="connsiteY20" fmla="*/ 801708 h 3221116"/>
              <a:gd name="connsiteX21" fmla="*/ 1956122 w 3151233"/>
              <a:gd name="connsiteY21" fmla="*/ 1110076 h 3221116"/>
              <a:gd name="connsiteX22" fmla="*/ 1973374 w 3151233"/>
              <a:gd name="connsiteY22" fmla="*/ 875315 h 3221116"/>
              <a:gd name="connsiteX23" fmla="*/ 2333414 w 3151233"/>
              <a:gd name="connsiteY23" fmla="*/ 875315 h 3221116"/>
              <a:gd name="connsiteX24" fmla="*/ 2324788 w 3151233"/>
              <a:gd name="connsiteY24" fmla="*/ 2054049 h 3221116"/>
              <a:gd name="connsiteX25" fmla="*/ 2661746 w 3151233"/>
              <a:gd name="connsiteY25" fmla="*/ 2179658 h 3221116"/>
              <a:gd name="connsiteX26" fmla="*/ 2691046 w 3151233"/>
              <a:gd name="connsiteY26" fmla="*/ 2188689 h 3221116"/>
              <a:gd name="connsiteX27" fmla="*/ 2667011 w 3151233"/>
              <a:gd name="connsiteY27" fmla="*/ 2175828 h 3221116"/>
              <a:gd name="connsiteX28" fmla="*/ 2332141 w 3151233"/>
              <a:gd name="connsiteY28" fmla="*/ 653899 h 3221116"/>
              <a:gd name="connsiteX29" fmla="*/ 776764 w 3151233"/>
              <a:gd name="connsiteY29" fmla="*/ 749845 h 3221116"/>
              <a:gd name="connsiteX30" fmla="*/ 631487 w 3151233"/>
              <a:gd name="connsiteY30" fmla="*/ 2301392 h 3221116"/>
              <a:gd name="connsiteX31" fmla="*/ 2142017 w 3151233"/>
              <a:gd name="connsiteY31" fmla="*/ 2684410 h 3221116"/>
              <a:gd name="connsiteX32" fmla="*/ 2324866 w 3151233"/>
              <a:gd name="connsiteY32" fmla="*/ 3053856 h 3221116"/>
              <a:gd name="connsiteX33" fmla="*/ 294693 w 3151233"/>
              <a:gd name="connsiteY33" fmla="*/ 2539075 h 3221116"/>
              <a:gd name="connsiteX34" fmla="*/ 489947 w 3151233"/>
              <a:gd name="connsiteY34" fmla="*/ 453774 h 3221116"/>
              <a:gd name="connsiteX35" fmla="*/ 1651152 w 3151233"/>
              <a:gd name="connsiteY35" fmla="*/ 501 h 3221116"/>
              <a:gd name="connsiteX0" fmla="*/ 2664630 w 3161851"/>
              <a:gd name="connsiteY0" fmla="*/ 2175617 h 3221116"/>
              <a:gd name="connsiteX1" fmla="*/ 2658205 w 3161851"/>
              <a:gd name="connsiteY1" fmla="*/ 2178566 h 3221116"/>
              <a:gd name="connsiteX2" fmla="*/ 2664630 w 3161851"/>
              <a:gd name="connsiteY2" fmla="*/ 2175617 h 3221116"/>
              <a:gd name="connsiteX3" fmla="*/ 1477043 w 3161851"/>
              <a:gd name="connsiteY3" fmla="*/ 1144372 h 3221116"/>
              <a:gd name="connsiteX4" fmla="*/ 1409070 w 3161851"/>
              <a:gd name="connsiteY4" fmla="*/ 1159393 h 3221116"/>
              <a:gd name="connsiteX5" fmla="*/ 1152384 w 3161851"/>
              <a:gd name="connsiteY5" fmla="*/ 1703728 h 3221116"/>
              <a:gd name="connsiteX6" fmla="*/ 1514013 w 3161851"/>
              <a:gd name="connsiteY6" fmla="*/ 2152290 h 3221116"/>
              <a:gd name="connsiteX7" fmla="*/ 1850815 w 3161851"/>
              <a:gd name="connsiteY7" fmla="*/ 1654259 h 3221116"/>
              <a:gd name="connsiteX8" fmla="*/ 1830467 w 3161851"/>
              <a:gd name="connsiteY8" fmla="*/ 1515986 h 3221116"/>
              <a:gd name="connsiteX9" fmla="*/ 1477043 w 3161851"/>
              <a:gd name="connsiteY9" fmla="*/ 1144372 h 3221116"/>
              <a:gd name="connsiteX10" fmla="*/ 1651152 w 3161851"/>
              <a:gd name="connsiteY10" fmla="*/ 501 h 3221116"/>
              <a:gd name="connsiteX11" fmla="*/ 2580395 w 3161851"/>
              <a:gd name="connsiteY11" fmla="*/ 324821 h 3221116"/>
              <a:gd name="connsiteX12" fmla="*/ 3030464 w 3161851"/>
              <a:gd name="connsiteY12" fmla="*/ 2249544 h 3221116"/>
              <a:gd name="connsiteX13" fmla="*/ 2585849 w 3161851"/>
              <a:gd name="connsiteY13" fmla="*/ 2588887 h 3221116"/>
              <a:gd name="connsiteX14" fmla="*/ 1973374 w 3161851"/>
              <a:gd name="connsiteY14" fmla="*/ 2195096 h 3221116"/>
              <a:gd name="connsiteX15" fmla="*/ 1390827 w 3161851"/>
              <a:gd name="connsiteY15" fmla="*/ 2527630 h 3221116"/>
              <a:gd name="connsiteX16" fmla="*/ 783896 w 3161851"/>
              <a:gd name="connsiteY16" fmla="*/ 1665044 h 3221116"/>
              <a:gd name="connsiteX17" fmla="*/ 1268509 w 3161851"/>
              <a:gd name="connsiteY17" fmla="*/ 819983 h 3221116"/>
              <a:gd name="connsiteX18" fmla="*/ 1328805 w 3161851"/>
              <a:gd name="connsiteY18" fmla="*/ 807930 h 3221116"/>
              <a:gd name="connsiteX19" fmla="*/ 1390827 w 3161851"/>
              <a:gd name="connsiteY19" fmla="*/ 802457 h 3221116"/>
              <a:gd name="connsiteX20" fmla="*/ 1462242 w 3161851"/>
              <a:gd name="connsiteY20" fmla="*/ 801708 h 3221116"/>
              <a:gd name="connsiteX21" fmla="*/ 1956122 w 3161851"/>
              <a:gd name="connsiteY21" fmla="*/ 1110076 h 3221116"/>
              <a:gd name="connsiteX22" fmla="*/ 1973374 w 3161851"/>
              <a:gd name="connsiteY22" fmla="*/ 875315 h 3221116"/>
              <a:gd name="connsiteX23" fmla="*/ 2333414 w 3161851"/>
              <a:gd name="connsiteY23" fmla="*/ 875315 h 3221116"/>
              <a:gd name="connsiteX24" fmla="*/ 2324788 w 3161851"/>
              <a:gd name="connsiteY24" fmla="*/ 2054049 h 3221116"/>
              <a:gd name="connsiteX25" fmla="*/ 2661746 w 3161851"/>
              <a:gd name="connsiteY25" fmla="*/ 2179658 h 3221116"/>
              <a:gd name="connsiteX26" fmla="*/ 2691046 w 3161851"/>
              <a:gd name="connsiteY26" fmla="*/ 2188689 h 3221116"/>
              <a:gd name="connsiteX27" fmla="*/ 2667011 w 3161851"/>
              <a:gd name="connsiteY27" fmla="*/ 2175828 h 3221116"/>
              <a:gd name="connsiteX28" fmla="*/ 2332141 w 3161851"/>
              <a:gd name="connsiteY28" fmla="*/ 653899 h 3221116"/>
              <a:gd name="connsiteX29" fmla="*/ 776764 w 3161851"/>
              <a:gd name="connsiteY29" fmla="*/ 749845 h 3221116"/>
              <a:gd name="connsiteX30" fmla="*/ 631487 w 3161851"/>
              <a:gd name="connsiteY30" fmla="*/ 2301392 h 3221116"/>
              <a:gd name="connsiteX31" fmla="*/ 2142017 w 3161851"/>
              <a:gd name="connsiteY31" fmla="*/ 2684410 h 3221116"/>
              <a:gd name="connsiteX32" fmla="*/ 2324866 w 3161851"/>
              <a:gd name="connsiteY32" fmla="*/ 3053856 h 3221116"/>
              <a:gd name="connsiteX33" fmla="*/ 294693 w 3161851"/>
              <a:gd name="connsiteY33" fmla="*/ 2539075 h 3221116"/>
              <a:gd name="connsiteX34" fmla="*/ 489947 w 3161851"/>
              <a:gd name="connsiteY34" fmla="*/ 453774 h 3221116"/>
              <a:gd name="connsiteX35" fmla="*/ 1651152 w 3161851"/>
              <a:gd name="connsiteY35" fmla="*/ 501 h 3221116"/>
              <a:gd name="connsiteX0" fmla="*/ 2664630 w 3182629"/>
              <a:gd name="connsiteY0" fmla="*/ 2175617 h 3221116"/>
              <a:gd name="connsiteX1" fmla="*/ 2658205 w 3182629"/>
              <a:gd name="connsiteY1" fmla="*/ 2178566 h 3221116"/>
              <a:gd name="connsiteX2" fmla="*/ 2664630 w 3182629"/>
              <a:gd name="connsiteY2" fmla="*/ 2175617 h 3221116"/>
              <a:gd name="connsiteX3" fmla="*/ 1477043 w 3182629"/>
              <a:gd name="connsiteY3" fmla="*/ 1144372 h 3221116"/>
              <a:gd name="connsiteX4" fmla="*/ 1409070 w 3182629"/>
              <a:gd name="connsiteY4" fmla="*/ 1159393 h 3221116"/>
              <a:gd name="connsiteX5" fmla="*/ 1152384 w 3182629"/>
              <a:gd name="connsiteY5" fmla="*/ 1703728 h 3221116"/>
              <a:gd name="connsiteX6" fmla="*/ 1514013 w 3182629"/>
              <a:gd name="connsiteY6" fmla="*/ 2152290 h 3221116"/>
              <a:gd name="connsiteX7" fmla="*/ 1850815 w 3182629"/>
              <a:gd name="connsiteY7" fmla="*/ 1654259 h 3221116"/>
              <a:gd name="connsiteX8" fmla="*/ 1830467 w 3182629"/>
              <a:gd name="connsiteY8" fmla="*/ 1515986 h 3221116"/>
              <a:gd name="connsiteX9" fmla="*/ 1477043 w 3182629"/>
              <a:gd name="connsiteY9" fmla="*/ 1144372 h 3221116"/>
              <a:gd name="connsiteX10" fmla="*/ 1651152 w 3182629"/>
              <a:gd name="connsiteY10" fmla="*/ 501 h 3221116"/>
              <a:gd name="connsiteX11" fmla="*/ 2580395 w 3182629"/>
              <a:gd name="connsiteY11" fmla="*/ 324821 h 3221116"/>
              <a:gd name="connsiteX12" fmla="*/ 3030464 w 3182629"/>
              <a:gd name="connsiteY12" fmla="*/ 2249544 h 3221116"/>
              <a:gd name="connsiteX13" fmla="*/ 2585849 w 3182629"/>
              <a:gd name="connsiteY13" fmla="*/ 2588887 h 3221116"/>
              <a:gd name="connsiteX14" fmla="*/ 1973374 w 3182629"/>
              <a:gd name="connsiteY14" fmla="*/ 2195096 h 3221116"/>
              <a:gd name="connsiteX15" fmla="*/ 1390827 w 3182629"/>
              <a:gd name="connsiteY15" fmla="*/ 2527630 h 3221116"/>
              <a:gd name="connsiteX16" fmla="*/ 783896 w 3182629"/>
              <a:gd name="connsiteY16" fmla="*/ 1665044 h 3221116"/>
              <a:gd name="connsiteX17" fmla="*/ 1268509 w 3182629"/>
              <a:gd name="connsiteY17" fmla="*/ 819983 h 3221116"/>
              <a:gd name="connsiteX18" fmla="*/ 1328805 w 3182629"/>
              <a:gd name="connsiteY18" fmla="*/ 807930 h 3221116"/>
              <a:gd name="connsiteX19" fmla="*/ 1390827 w 3182629"/>
              <a:gd name="connsiteY19" fmla="*/ 802457 h 3221116"/>
              <a:gd name="connsiteX20" fmla="*/ 1462242 w 3182629"/>
              <a:gd name="connsiteY20" fmla="*/ 801708 h 3221116"/>
              <a:gd name="connsiteX21" fmla="*/ 1956122 w 3182629"/>
              <a:gd name="connsiteY21" fmla="*/ 1110076 h 3221116"/>
              <a:gd name="connsiteX22" fmla="*/ 1973374 w 3182629"/>
              <a:gd name="connsiteY22" fmla="*/ 875315 h 3221116"/>
              <a:gd name="connsiteX23" fmla="*/ 2333414 w 3182629"/>
              <a:gd name="connsiteY23" fmla="*/ 875315 h 3221116"/>
              <a:gd name="connsiteX24" fmla="*/ 2324788 w 3182629"/>
              <a:gd name="connsiteY24" fmla="*/ 2054049 h 3221116"/>
              <a:gd name="connsiteX25" fmla="*/ 2661746 w 3182629"/>
              <a:gd name="connsiteY25" fmla="*/ 2179658 h 3221116"/>
              <a:gd name="connsiteX26" fmla="*/ 2691046 w 3182629"/>
              <a:gd name="connsiteY26" fmla="*/ 2188689 h 3221116"/>
              <a:gd name="connsiteX27" fmla="*/ 2667011 w 3182629"/>
              <a:gd name="connsiteY27" fmla="*/ 2175828 h 3221116"/>
              <a:gd name="connsiteX28" fmla="*/ 2332141 w 3182629"/>
              <a:gd name="connsiteY28" fmla="*/ 653899 h 3221116"/>
              <a:gd name="connsiteX29" fmla="*/ 776764 w 3182629"/>
              <a:gd name="connsiteY29" fmla="*/ 749845 h 3221116"/>
              <a:gd name="connsiteX30" fmla="*/ 631487 w 3182629"/>
              <a:gd name="connsiteY30" fmla="*/ 2301392 h 3221116"/>
              <a:gd name="connsiteX31" fmla="*/ 2142017 w 3182629"/>
              <a:gd name="connsiteY31" fmla="*/ 2684410 h 3221116"/>
              <a:gd name="connsiteX32" fmla="*/ 2324866 w 3182629"/>
              <a:gd name="connsiteY32" fmla="*/ 3053856 h 3221116"/>
              <a:gd name="connsiteX33" fmla="*/ 294693 w 3182629"/>
              <a:gd name="connsiteY33" fmla="*/ 2539075 h 3221116"/>
              <a:gd name="connsiteX34" fmla="*/ 489947 w 3182629"/>
              <a:gd name="connsiteY34" fmla="*/ 453774 h 3221116"/>
              <a:gd name="connsiteX35" fmla="*/ 1651152 w 3182629"/>
              <a:gd name="connsiteY35" fmla="*/ 501 h 3221116"/>
              <a:gd name="connsiteX0" fmla="*/ 2664630 w 3189723"/>
              <a:gd name="connsiteY0" fmla="*/ 2175617 h 3221116"/>
              <a:gd name="connsiteX1" fmla="*/ 2658205 w 3189723"/>
              <a:gd name="connsiteY1" fmla="*/ 2178566 h 3221116"/>
              <a:gd name="connsiteX2" fmla="*/ 2664630 w 3189723"/>
              <a:gd name="connsiteY2" fmla="*/ 2175617 h 3221116"/>
              <a:gd name="connsiteX3" fmla="*/ 1477043 w 3189723"/>
              <a:gd name="connsiteY3" fmla="*/ 1144372 h 3221116"/>
              <a:gd name="connsiteX4" fmla="*/ 1409070 w 3189723"/>
              <a:gd name="connsiteY4" fmla="*/ 1159393 h 3221116"/>
              <a:gd name="connsiteX5" fmla="*/ 1152384 w 3189723"/>
              <a:gd name="connsiteY5" fmla="*/ 1703728 h 3221116"/>
              <a:gd name="connsiteX6" fmla="*/ 1514013 w 3189723"/>
              <a:gd name="connsiteY6" fmla="*/ 2152290 h 3221116"/>
              <a:gd name="connsiteX7" fmla="*/ 1850815 w 3189723"/>
              <a:gd name="connsiteY7" fmla="*/ 1654259 h 3221116"/>
              <a:gd name="connsiteX8" fmla="*/ 1830467 w 3189723"/>
              <a:gd name="connsiteY8" fmla="*/ 1515986 h 3221116"/>
              <a:gd name="connsiteX9" fmla="*/ 1477043 w 3189723"/>
              <a:gd name="connsiteY9" fmla="*/ 1144372 h 3221116"/>
              <a:gd name="connsiteX10" fmla="*/ 1651152 w 3189723"/>
              <a:gd name="connsiteY10" fmla="*/ 501 h 3221116"/>
              <a:gd name="connsiteX11" fmla="*/ 2580395 w 3189723"/>
              <a:gd name="connsiteY11" fmla="*/ 324821 h 3221116"/>
              <a:gd name="connsiteX12" fmla="*/ 3030464 w 3189723"/>
              <a:gd name="connsiteY12" fmla="*/ 2249544 h 3221116"/>
              <a:gd name="connsiteX13" fmla="*/ 2585849 w 3189723"/>
              <a:gd name="connsiteY13" fmla="*/ 2588887 h 3221116"/>
              <a:gd name="connsiteX14" fmla="*/ 1973374 w 3189723"/>
              <a:gd name="connsiteY14" fmla="*/ 2195096 h 3221116"/>
              <a:gd name="connsiteX15" fmla="*/ 1390827 w 3189723"/>
              <a:gd name="connsiteY15" fmla="*/ 2527630 h 3221116"/>
              <a:gd name="connsiteX16" fmla="*/ 783896 w 3189723"/>
              <a:gd name="connsiteY16" fmla="*/ 1665044 h 3221116"/>
              <a:gd name="connsiteX17" fmla="*/ 1268509 w 3189723"/>
              <a:gd name="connsiteY17" fmla="*/ 819983 h 3221116"/>
              <a:gd name="connsiteX18" fmla="*/ 1328805 w 3189723"/>
              <a:gd name="connsiteY18" fmla="*/ 807930 h 3221116"/>
              <a:gd name="connsiteX19" fmla="*/ 1390827 w 3189723"/>
              <a:gd name="connsiteY19" fmla="*/ 802457 h 3221116"/>
              <a:gd name="connsiteX20" fmla="*/ 1462242 w 3189723"/>
              <a:gd name="connsiteY20" fmla="*/ 801708 h 3221116"/>
              <a:gd name="connsiteX21" fmla="*/ 1956122 w 3189723"/>
              <a:gd name="connsiteY21" fmla="*/ 1110076 h 3221116"/>
              <a:gd name="connsiteX22" fmla="*/ 1973374 w 3189723"/>
              <a:gd name="connsiteY22" fmla="*/ 875315 h 3221116"/>
              <a:gd name="connsiteX23" fmla="*/ 2333414 w 3189723"/>
              <a:gd name="connsiteY23" fmla="*/ 875315 h 3221116"/>
              <a:gd name="connsiteX24" fmla="*/ 2324788 w 3189723"/>
              <a:gd name="connsiteY24" fmla="*/ 2054049 h 3221116"/>
              <a:gd name="connsiteX25" fmla="*/ 2661746 w 3189723"/>
              <a:gd name="connsiteY25" fmla="*/ 2179658 h 3221116"/>
              <a:gd name="connsiteX26" fmla="*/ 2691046 w 3189723"/>
              <a:gd name="connsiteY26" fmla="*/ 2188689 h 3221116"/>
              <a:gd name="connsiteX27" fmla="*/ 2667011 w 3189723"/>
              <a:gd name="connsiteY27" fmla="*/ 2175828 h 3221116"/>
              <a:gd name="connsiteX28" fmla="*/ 2332141 w 3189723"/>
              <a:gd name="connsiteY28" fmla="*/ 653899 h 3221116"/>
              <a:gd name="connsiteX29" fmla="*/ 776764 w 3189723"/>
              <a:gd name="connsiteY29" fmla="*/ 749845 h 3221116"/>
              <a:gd name="connsiteX30" fmla="*/ 631487 w 3189723"/>
              <a:gd name="connsiteY30" fmla="*/ 2301392 h 3221116"/>
              <a:gd name="connsiteX31" fmla="*/ 2142017 w 3189723"/>
              <a:gd name="connsiteY31" fmla="*/ 2684410 h 3221116"/>
              <a:gd name="connsiteX32" fmla="*/ 2324866 w 3189723"/>
              <a:gd name="connsiteY32" fmla="*/ 3053856 h 3221116"/>
              <a:gd name="connsiteX33" fmla="*/ 294693 w 3189723"/>
              <a:gd name="connsiteY33" fmla="*/ 2539075 h 3221116"/>
              <a:gd name="connsiteX34" fmla="*/ 489947 w 3189723"/>
              <a:gd name="connsiteY34" fmla="*/ 453774 h 3221116"/>
              <a:gd name="connsiteX35" fmla="*/ 1651152 w 3189723"/>
              <a:gd name="connsiteY35" fmla="*/ 501 h 322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89723" h="3221116" fill="norm" stroke="1" extrusionOk="0">
                <a:moveTo>
                  <a:pt x="2664630" y="2175617"/>
                </a:moveTo>
                <a:lnTo>
                  <a:pt x="2658205" y="2178566"/>
                </a:lnTo>
                <a:cubicBezTo>
                  <a:pt x="2662222" y="2175972"/>
                  <a:pt x="2664284" y="2175096"/>
                  <a:pt x="2664630" y="2175617"/>
                </a:cubicBezTo>
                <a:close/>
                <a:moveTo>
                  <a:pt x="1477043" y="1144372"/>
                </a:moveTo>
                <a:lnTo>
                  <a:pt x="1409070" y="1159393"/>
                </a:lnTo>
                <a:cubicBezTo>
                  <a:pt x="1167974" y="1216277"/>
                  <a:pt x="1134894" y="1538245"/>
                  <a:pt x="1152384" y="1703728"/>
                </a:cubicBezTo>
                <a:cubicBezTo>
                  <a:pt x="1169874" y="1869211"/>
                  <a:pt x="1272747" y="2156947"/>
                  <a:pt x="1514013" y="2152290"/>
                </a:cubicBezTo>
                <a:cubicBezTo>
                  <a:pt x="1680659" y="2149073"/>
                  <a:pt x="1865876" y="1940767"/>
                  <a:pt x="1850815" y="1654259"/>
                </a:cubicBezTo>
                <a:cubicBezTo>
                  <a:pt x="1844015" y="1608142"/>
                  <a:pt x="1837162" y="1561942"/>
                  <a:pt x="1830467" y="1515986"/>
                </a:cubicBezTo>
                <a:cubicBezTo>
                  <a:pt x="1779361" y="1292438"/>
                  <a:pt x="1635542" y="1134285"/>
                  <a:pt x="1477043" y="1144372"/>
                </a:cubicBezTo>
                <a:close/>
                <a:moveTo>
                  <a:pt x="1651152" y="501"/>
                </a:moveTo>
                <a:cubicBezTo>
                  <a:pt x="1977584" y="8635"/>
                  <a:pt x="2235425" y="52153"/>
                  <a:pt x="2580395" y="324821"/>
                </a:cubicBezTo>
                <a:cubicBezTo>
                  <a:pt x="3000061" y="656529"/>
                  <a:pt x="3430704" y="1549940"/>
                  <a:pt x="3030464" y="2249544"/>
                </a:cubicBezTo>
                <a:cubicBezTo>
                  <a:pt x="2882259" y="2451798"/>
                  <a:pt x="2785813" y="2507403"/>
                  <a:pt x="2585849" y="2588887"/>
                </a:cubicBezTo>
                <a:cubicBezTo>
                  <a:pt x="2194785" y="2615774"/>
                  <a:pt x="1984876" y="2478759"/>
                  <a:pt x="1973374" y="2195096"/>
                </a:cubicBezTo>
                <a:cubicBezTo>
                  <a:pt x="1841986" y="2496540"/>
                  <a:pt x="1610941" y="2555551"/>
                  <a:pt x="1390827" y="2527630"/>
                </a:cubicBezTo>
                <a:cubicBezTo>
                  <a:pt x="1131071" y="2494680"/>
                  <a:pt x="853863" y="2136270"/>
                  <a:pt x="783896" y="1665044"/>
                </a:cubicBezTo>
                <a:cubicBezTo>
                  <a:pt x="715204" y="1202409"/>
                  <a:pt x="991941" y="900416"/>
                  <a:pt x="1268509" y="819983"/>
                </a:cubicBezTo>
                <a:cubicBezTo>
                  <a:pt x="1288264" y="814237"/>
                  <a:pt x="1308391" y="810536"/>
                  <a:pt x="1328805" y="807930"/>
                </a:cubicBezTo>
                <a:cubicBezTo>
                  <a:pt x="1349219" y="805325"/>
                  <a:pt x="1369921" y="803817"/>
                  <a:pt x="1390827" y="802457"/>
                </a:cubicBezTo>
                <a:cubicBezTo>
                  <a:pt x="1416795" y="800769"/>
                  <a:pt x="1355770" y="788713"/>
                  <a:pt x="1462242" y="801708"/>
                </a:cubicBezTo>
                <a:cubicBezTo>
                  <a:pt x="1599590" y="818472"/>
                  <a:pt x="1776043" y="890774"/>
                  <a:pt x="1956122" y="1110076"/>
                </a:cubicBezTo>
                <a:lnTo>
                  <a:pt x="1973374" y="875315"/>
                </a:lnTo>
                <a:lnTo>
                  <a:pt x="2333414" y="875315"/>
                </a:lnTo>
                <a:cubicBezTo>
                  <a:pt x="2330539" y="1325736"/>
                  <a:pt x="2327663" y="1603628"/>
                  <a:pt x="2324788" y="2054049"/>
                </a:cubicBezTo>
                <a:cubicBezTo>
                  <a:pt x="2290850" y="2479718"/>
                  <a:pt x="2627788" y="2217580"/>
                  <a:pt x="2661746" y="2179658"/>
                </a:cubicBezTo>
                <a:lnTo>
                  <a:pt x="2691046" y="2188689"/>
                </a:lnTo>
                <a:lnTo>
                  <a:pt x="2667011" y="2175828"/>
                </a:lnTo>
                <a:cubicBezTo>
                  <a:pt x="2945550" y="1655295"/>
                  <a:pt x="2803444" y="1009445"/>
                  <a:pt x="2332141" y="653899"/>
                </a:cubicBezTo>
                <a:cubicBezTo>
                  <a:pt x="1860838" y="298353"/>
                  <a:pt x="1200794" y="339069"/>
                  <a:pt x="776764" y="749845"/>
                </a:cubicBezTo>
                <a:cubicBezTo>
                  <a:pt x="352733" y="1160621"/>
                  <a:pt x="291083" y="1819040"/>
                  <a:pt x="631487" y="2301392"/>
                </a:cubicBezTo>
                <a:cubicBezTo>
                  <a:pt x="971891" y="2783745"/>
                  <a:pt x="1612904" y="2946283"/>
                  <a:pt x="2142017" y="2684410"/>
                </a:cubicBezTo>
                <a:lnTo>
                  <a:pt x="2324866" y="3053856"/>
                </a:lnTo>
                <a:cubicBezTo>
                  <a:pt x="1613730" y="3405817"/>
                  <a:pt x="752200" y="3187363"/>
                  <a:pt x="294693" y="2539075"/>
                </a:cubicBezTo>
                <a:cubicBezTo>
                  <a:pt x="-162814" y="1890787"/>
                  <a:pt x="-79956" y="1005863"/>
                  <a:pt x="489947" y="453774"/>
                </a:cubicBezTo>
                <a:cubicBezTo>
                  <a:pt x="810518" y="143225"/>
                  <a:pt x="1231454" y="-9956"/>
                  <a:pt x="1651152" y="5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sp>
        <p:nvSpPr>
          <p:cNvPr id="13" name="Left Arrow 1"/>
          <p:cNvSpPr>
            <a:spLocks noChangeAspect="1"/>
          </p:cNvSpPr>
          <p:nvPr/>
        </p:nvSpPr>
        <p:spPr bwMode="auto">
          <a:xfrm>
            <a:off x="5158900" y="1808210"/>
            <a:ext cx="305058" cy="296916"/>
          </a:xfrm>
          <a:custGeom>
            <a:avLst/>
            <a:gdLst/>
            <a:ahLst/>
            <a:cxnLst/>
            <a:rect l="l" t="t" r="r" b="b"/>
            <a:pathLst>
              <a:path w="3306630" h="3218379" fill="norm" stroke="1" extrusionOk="0">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4" name="Oval 7"/>
          <p:cNvSpPr/>
          <p:nvPr/>
        </p:nvSpPr>
        <p:spPr bwMode="auto">
          <a:xfrm>
            <a:off x="5733475" y="3192432"/>
            <a:ext cx="289159" cy="289159"/>
          </a:xfrm>
          <a:custGeom>
            <a:avLst/>
            <a:gdLst/>
            <a:ahLst/>
            <a:cxnLst/>
            <a:rect l="l" t="t" r="r" b="b"/>
            <a:pathLst>
              <a:path w="3240000" h="3240000" fill="norm" stroke="1" extrusionOk="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5" name="Rectangle 36"/>
          <p:cNvSpPr/>
          <p:nvPr/>
        </p:nvSpPr>
        <p:spPr bwMode="auto">
          <a:xfrm>
            <a:off x="3632581" y="1837208"/>
            <a:ext cx="285817" cy="238921"/>
          </a:xfrm>
          <a:custGeom>
            <a:avLst/>
            <a:gdLst/>
            <a:ahLst/>
            <a:cxnLst/>
            <a:rect l="l" t="t" r="r" b="b"/>
            <a:pathLst>
              <a:path w="3186824" h="2663936" fill="norm" stroke="1" extrusionOk="0">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6" name="Freeform 15"/>
          <p:cNvSpPr/>
          <p:nvPr/>
        </p:nvSpPr>
        <p:spPr bwMode="auto">
          <a:xfrm>
            <a:off x="4688265" y="4032037"/>
            <a:ext cx="708957" cy="649379"/>
          </a:xfrm>
          <a:custGeom>
            <a:avLst/>
            <a:gdLst/>
            <a:ahLst/>
            <a:cxnLst/>
            <a:rect l="l" t="t" r="r" b="b"/>
            <a:pathLst>
              <a:path w="3210745" h="2940925" fill="norm" stroke="1" extrusionOk="0">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7" name="Teardrop 1"/>
          <p:cNvSpPr/>
          <p:nvPr/>
        </p:nvSpPr>
        <p:spPr bwMode="auto">
          <a:xfrm rot="18805990">
            <a:off x="3585060" y="4071368"/>
            <a:ext cx="666677" cy="659721"/>
          </a:xfrm>
          <a:custGeom>
            <a:avLst/>
            <a:gdLst/>
            <a:ahLst/>
            <a:cxnLst/>
            <a:rect l="l" t="t" r="r" b="b"/>
            <a:pathLst>
              <a:path w="1807241" h="1788383" fill="norm" stroke="1" extrusionOk="0">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solidFill>
                <a:schemeClr val="tx1"/>
              </a:solidFill>
            </a:endParaRPr>
          </a:p>
        </p:txBody>
      </p:sp>
      <p:grpSp>
        <p:nvGrpSpPr>
          <p:cNvPr id="21" name="Group 20"/>
          <p:cNvGrpSpPr/>
          <p:nvPr/>
        </p:nvGrpSpPr>
        <p:grpSpPr bwMode="auto">
          <a:xfrm>
            <a:off x="5878053" y="1352944"/>
            <a:ext cx="2592324" cy="1386618"/>
            <a:chOff x="0" y="0"/>
            <a:chExt cx="2592324" cy="1386618"/>
          </a:xfrm>
        </p:grpSpPr>
        <p:sp>
          <p:nvSpPr>
            <p:cNvPr id="22" name="TextBox 21"/>
            <p:cNvSpPr txBox="1"/>
            <p:nvPr/>
          </p:nvSpPr>
          <p:spPr bwMode="auto">
            <a:xfrm>
              <a:off x="0" y="197862"/>
              <a:ext cx="2592323" cy="1188755"/>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The wider adoption of AgamiOS within the government sector would help to grow the IT industry in Bangladesh, as more businesses look to adopt open-source software solutions.</a:t>
              </a:r>
              <a:r>
                <a:rPr lang="en-US" sz="1200">
                  <a:solidFill>
                    <a:schemeClr val="tx1">
                      <a:lumMod val="75000"/>
                      <a:lumOff val="25000"/>
                    </a:schemeClr>
                  </a:solidFill>
                  <a:cs typeface="Arial"/>
                </a:rPr>
                <a:t> </a:t>
              </a:r>
              <a:endParaRPr/>
            </a:p>
          </p:txBody>
        </p:sp>
        <p:sp>
          <p:nvSpPr>
            <p:cNvPr id="23" name="TextBox 22"/>
            <p:cNvSpPr txBox="1"/>
            <p:nvPr/>
          </p:nvSpPr>
          <p:spPr bwMode="auto">
            <a:xfrm>
              <a:off x="1" y="0"/>
              <a:ext cx="2592323" cy="274356"/>
            </a:xfrm>
            <a:prstGeom prst="rect">
              <a:avLst/>
            </a:prstGeom>
            <a:noFill/>
          </p:spPr>
          <p:txBody>
            <a:bodyPr wrap="square" rtlCol="0" anchor="ctr">
              <a:spAutoFit/>
            </a:bodyPr>
            <a:lstStyle/>
            <a:p>
              <a:pPr>
                <a:defRPr/>
              </a:pPr>
              <a:r>
                <a:rPr lang="en-US" sz="1200" b="1" i="0" u="none" strike="noStrike" cap="none" spc="0">
                  <a:solidFill>
                    <a:schemeClr val="accent3"/>
                  </a:solidFill>
                  <a:latin typeface="Arial"/>
                  <a:cs typeface="Arial"/>
                </a:rPr>
                <a:t>IT Industry Growth</a:t>
              </a:r>
              <a:endParaRPr lang="ko-KR" sz="1200" b="1">
                <a:solidFill>
                  <a:schemeClr val="accent3"/>
                </a:solidFill>
                <a:cs typeface="Arial"/>
              </a:endParaRPr>
            </a:p>
          </p:txBody>
        </p:sp>
      </p:grpSp>
      <p:grpSp>
        <p:nvGrpSpPr>
          <p:cNvPr id="24" name="Group 23"/>
          <p:cNvGrpSpPr/>
          <p:nvPr/>
        </p:nvGrpSpPr>
        <p:grpSpPr bwMode="auto">
          <a:xfrm>
            <a:off x="6300191" y="2967448"/>
            <a:ext cx="2592324" cy="1544670"/>
            <a:chOff x="0" y="0"/>
            <a:chExt cx="2592324" cy="1544670"/>
          </a:xfrm>
        </p:grpSpPr>
        <p:sp>
          <p:nvSpPr>
            <p:cNvPr id="25" name="TextBox 24"/>
            <p:cNvSpPr txBox="1"/>
            <p:nvPr/>
          </p:nvSpPr>
          <p:spPr bwMode="auto">
            <a:xfrm>
              <a:off x="0" y="173034"/>
              <a:ext cx="2592323" cy="137163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By using AgamiOS, government institutions and departments could reduce their IT costs, as they would not have to pay for expensive proprietary software licenses. This would help to save taxpayer money and increase efficiency.</a:t>
              </a:r>
              <a:endParaRPr/>
            </a:p>
          </p:txBody>
        </p:sp>
        <p:sp>
          <p:nvSpPr>
            <p:cNvPr id="26" name="TextBox 25"/>
            <p:cNvSpPr txBox="1"/>
            <p:nvPr/>
          </p:nvSpPr>
          <p:spPr bwMode="auto">
            <a:xfrm>
              <a:off x="0" y="0"/>
              <a:ext cx="2592323" cy="274356"/>
            </a:xfrm>
            <a:prstGeom prst="rect">
              <a:avLst/>
            </a:prstGeom>
            <a:noFill/>
          </p:spPr>
          <p:txBody>
            <a:bodyPr wrap="square" rtlCol="0" anchor="ctr">
              <a:spAutoFit/>
            </a:bodyPr>
            <a:lstStyle/>
            <a:p>
              <a:pPr>
                <a:defRPr/>
              </a:pPr>
              <a:r>
                <a:rPr lang="en-US" sz="1200" b="1" i="0" u="none" strike="noStrike" cap="none" spc="0">
                  <a:solidFill>
                    <a:schemeClr val="accent2"/>
                  </a:solidFill>
                  <a:latin typeface="Arial"/>
                  <a:cs typeface="Arial"/>
                </a:rPr>
                <a:t>Reduced IT Costs</a:t>
              </a:r>
              <a:endParaRPr lang="ko-KR" sz="1200" b="1">
                <a:solidFill>
                  <a:schemeClr val="accent2"/>
                </a:solidFill>
                <a:cs typeface="Arial"/>
              </a:endParaRPr>
            </a:p>
          </p:txBody>
        </p:sp>
      </p:grpSp>
      <p:grpSp>
        <p:nvGrpSpPr>
          <p:cNvPr id="27" name="Group 26"/>
          <p:cNvGrpSpPr/>
          <p:nvPr/>
        </p:nvGrpSpPr>
        <p:grpSpPr bwMode="auto">
          <a:xfrm>
            <a:off x="668937" y="1291367"/>
            <a:ext cx="2592322" cy="1426306"/>
            <a:chOff x="0" y="0"/>
            <a:chExt cx="2592322" cy="1426306"/>
          </a:xfrm>
        </p:grpSpPr>
        <p:sp>
          <p:nvSpPr>
            <p:cNvPr id="28" name="TextBox 27"/>
            <p:cNvSpPr txBox="1"/>
            <p:nvPr/>
          </p:nvSpPr>
          <p:spPr bwMode="auto">
            <a:xfrm>
              <a:off x="0" y="237550"/>
              <a:ext cx="2592322" cy="1188755"/>
            </a:xfrm>
            <a:prstGeom prst="rect">
              <a:avLst/>
            </a:prstGeom>
            <a:noFill/>
          </p:spPr>
          <p:txBody>
            <a:bodyPr wrap="square" rtlCol="0" anchor="ctr">
              <a:spAutoFit/>
            </a:bodyPr>
            <a:lstStyle/>
            <a:p>
              <a:pPr algn="r">
                <a:defRPr/>
              </a:pPr>
              <a:r>
                <a:rPr lang="en-US" sz="1200" b="0" i="0" u="none" strike="noStrike" cap="none" spc="0">
                  <a:solidFill>
                    <a:schemeClr val="tx1">
                      <a:lumMod val="75000"/>
                      <a:lumOff val="25000"/>
                    </a:schemeClr>
                  </a:solidFill>
                  <a:latin typeface="Arial"/>
                  <a:cs typeface="Arial"/>
                </a:rPr>
                <a:t>Government support could also lead to increased funding for the AgamiOS project, which would allow for more resources to be dedicated to its development and improvement.</a:t>
              </a:r>
              <a:r>
                <a:rPr lang="en-US" sz="1200">
                  <a:solidFill>
                    <a:schemeClr val="tx1">
                      <a:lumMod val="75000"/>
                      <a:lumOff val="25000"/>
                    </a:schemeClr>
                  </a:solidFill>
                  <a:cs typeface="Arial"/>
                </a:rPr>
                <a:t>  </a:t>
              </a:r>
              <a:endParaRPr/>
            </a:p>
          </p:txBody>
        </p:sp>
        <p:sp>
          <p:nvSpPr>
            <p:cNvPr id="29" name="TextBox 28"/>
            <p:cNvSpPr txBox="1"/>
            <p:nvPr/>
          </p:nvSpPr>
          <p:spPr bwMode="auto">
            <a:xfrm>
              <a:off x="0" y="0"/>
              <a:ext cx="2592322" cy="274356"/>
            </a:xfrm>
            <a:prstGeom prst="rect">
              <a:avLst/>
            </a:prstGeom>
            <a:noFill/>
          </p:spPr>
          <p:txBody>
            <a:bodyPr wrap="square" rtlCol="0" anchor="ctr">
              <a:spAutoFit/>
            </a:bodyPr>
            <a:lstStyle/>
            <a:p>
              <a:pPr algn="r">
                <a:defRPr/>
              </a:pPr>
              <a:r>
                <a:rPr lang="en-US" sz="1200" b="1" i="0" u="none" strike="noStrike" cap="none" spc="0">
                  <a:solidFill>
                    <a:schemeClr val="accent4"/>
                  </a:solidFill>
                  <a:latin typeface="Arial"/>
                  <a:cs typeface="Arial"/>
                </a:rPr>
                <a:t>Increased Funding</a:t>
              </a:r>
              <a:endParaRPr lang="ko-KR" sz="1200" b="1">
                <a:solidFill>
                  <a:schemeClr val="accent4"/>
                </a:solidFill>
                <a:cs typeface="Arial"/>
              </a:endParaRPr>
            </a:p>
          </p:txBody>
        </p:sp>
      </p:grpSp>
      <p:grpSp>
        <p:nvGrpSpPr>
          <p:cNvPr id="30" name="Group 29"/>
          <p:cNvGrpSpPr/>
          <p:nvPr/>
        </p:nvGrpSpPr>
        <p:grpSpPr bwMode="auto">
          <a:xfrm>
            <a:off x="251520" y="2909260"/>
            <a:ext cx="2592467" cy="1590758"/>
            <a:chOff x="0" y="0"/>
            <a:chExt cx="2592467" cy="1590758"/>
          </a:xfrm>
        </p:grpSpPr>
        <p:sp>
          <p:nvSpPr>
            <p:cNvPr id="31" name="TextBox 30"/>
            <p:cNvSpPr txBox="1"/>
            <p:nvPr/>
          </p:nvSpPr>
          <p:spPr bwMode="auto">
            <a:xfrm flipH="0" flipV="0">
              <a:off x="0" y="219122"/>
              <a:ext cx="2592467" cy="1371636"/>
            </a:xfrm>
            <a:prstGeom prst="rect">
              <a:avLst/>
            </a:prstGeom>
            <a:noFill/>
          </p:spPr>
          <p:txBody>
            <a:bodyPr wrap="square" rtlCol="0" anchor="ctr">
              <a:spAutoFit/>
            </a:bodyPr>
            <a:lstStyle/>
            <a:p>
              <a:pPr algn="r">
                <a:defRPr/>
              </a:pPr>
              <a:r>
                <a:rPr lang="en-US" sz="1200" b="0" i="0" u="none" strike="noStrike" cap="none" spc="0">
                  <a:solidFill>
                    <a:schemeClr val="tx1">
                      <a:lumMod val="75000"/>
                      <a:lumOff val="25000"/>
                    </a:schemeClr>
                  </a:solidFill>
                  <a:latin typeface="Arial"/>
                  <a:cs typeface="Arial"/>
                </a:rPr>
                <a:t>With government support, AgamiOS could become widely adopted by government institutions and departments. This would help to increase the visibility and credibility of the operating system, as well as boost its user base.</a:t>
              </a:r>
              <a:r>
                <a:rPr lang="en-US" sz="1200">
                  <a:solidFill>
                    <a:schemeClr val="tx1">
                      <a:lumMod val="75000"/>
                      <a:lumOff val="25000"/>
                    </a:schemeClr>
                  </a:solidFill>
                  <a:cs typeface="Arial"/>
                </a:rPr>
                <a:t>  </a:t>
              </a:r>
              <a:endParaRPr/>
            </a:p>
          </p:txBody>
        </p:sp>
        <p:sp>
          <p:nvSpPr>
            <p:cNvPr id="32" name="TextBox 31"/>
            <p:cNvSpPr txBox="1"/>
            <p:nvPr/>
          </p:nvSpPr>
          <p:spPr bwMode="auto">
            <a:xfrm>
              <a:off x="0" y="0"/>
              <a:ext cx="2592323" cy="274356"/>
            </a:xfrm>
            <a:prstGeom prst="rect">
              <a:avLst/>
            </a:prstGeom>
            <a:noFill/>
          </p:spPr>
          <p:txBody>
            <a:bodyPr wrap="square" rtlCol="0" anchor="ctr">
              <a:spAutoFit/>
            </a:bodyPr>
            <a:lstStyle/>
            <a:p>
              <a:pPr algn="r">
                <a:defRPr/>
              </a:pPr>
              <a:r>
                <a:rPr lang="en-US" sz="1200" b="1" i="0" u="none" strike="noStrike" cap="none" spc="0">
                  <a:solidFill>
                    <a:schemeClr val="accent5"/>
                  </a:solidFill>
                  <a:latin typeface="Arial"/>
                  <a:cs typeface="Arial"/>
                </a:rPr>
                <a:t>Wider Adoption</a:t>
              </a:r>
              <a:endParaRPr lang="ko-KR" sz="1200" b="1">
                <a:solidFill>
                  <a:schemeClr val="accent5"/>
                </a:solidFill>
                <a:cs typeface="Arial"/>
              </a:endParaRPr>
            </a:p>
          </p:txBody>
        </p:sp>
      </p:grpSp>
      <p:sp>
        <p:nvSpPr>
          <p:cNvPr id="33" name="TextBox 32"/>
          <p:cNvSpPr txBox="1"/>
          <p:nvPr/>
        </p:nvSpPr>
        <p:spPr bwMode="auto">
          <a:xfrm>
            <a:off x="3369808" y="2617648"/>
            <a:ext cx="2392531" cy="701075"/>
          </a:xfrm>
          <a:prstGeom prst="rect">
            <a:avLst/>
          </a:prstGeom>
          <a:noFill/>
        </p:spPr>
        <p:txBody>
          <a:bodyPr wrap="square" rtlCol="0" anchor="ctr">
            <a:spAutoFit/>
          </a:bodyPr>
          <a:lstStyle/>
          <a:p>
            <a:pPr algn="ctr">
              <a:defRPr/>
            </a:pPr>
            <a:r>
              <a:rPr lang="en-US" sz="2000" b="1">
                <a:solidFill>
                  <a:schemeClr val="accent1"/>
                </a:solidFill>
                <a:cs typeface="Arial"/>
              </a:rPr>
              <a:t>Digital</a:t>
            </a:r>
            <a:r>
              <a:rPr lang="en-US" sz="2000" b="1">
                <a:solidFill>
                  <a:schemeClr val="tx1">
                    <a:lumMod val="75000"/>
                    <a:lumOff val="25000"/>
                  </a:schemeClr>
                </a:solidFill>
                <a:cs typeface="Arial"/>
              </a:rPr>
              <a:t>  Bangladesh</a:t>
            </a:r>
            <a:endParaRPr lang="ko-KR" sz="2000" b="1">
              <a:solidFill>
                <a:schemeClr val="tx1">
                  <a:lumMod val="75000"/>
                  <a:lumOff val="25000"/>
                </a:schemeClr>
              </a:solidFil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10"/>
          </p:nvPr>
        </p:nvSpPr>
        <p:spPr bwMode="auto"/>
        <p:txBody>
          <a:bodyPr/>
          <a:lstStyle/>
          <a:p>
            <a:pPr>
              <a:defRPr/>
            </a:pPr>
            <a:r>
              <a:rPr lang="en-US" sz="3600" b="0" i="0" u="none" strike="noStrike" cap="none" spc="0">
                <a:solidFill>
                  <a:srgbClr val="FF0000"/>
                </a:solidFill>
                <a:latin typeface="Arial"/>
                <a:cs typeface="Arial"/>
              </a:rPr>
              <a:t>Benefits</a:t>
            </a:r>
            <a:endParaRPr>
              <a:solidFill>
                <a:srgbClr val="FF0000"/>
              </a:solidFill>
            </a:endParaRPr>
          </a:p>
        </p:txBody>
      </p:sp>
      <p:sp>
        <p:nvSpPr>
          <p:cNvPr id="4" name="Block Arc 3"/>
          <p:cNvSpPr/>
          <p:nvPr/>
        </p:nvSpPr>
        <p:spPr bwMode="auto">
          <a:xfrm>
            <a:off x="-1570625" y="1492653"/>
            <a:ext cx="3167844" cy="3167844"/>
          </a:xfrm>
          <a:prstGeom prst="blockArc">
            <a:avLst>
              <a:gd name="adj1" fmla="val 16173961"/>
              <a:gd name="adj2" fmla="val 5453715"/>
              <a:gd name="adj3" fmla="val 11604"/>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sp>
        <p:nvSpPr>
          <p:cNvPr id="6" name="Block Arc 5"/>
          <p:cNvSpPr/>
          <p:nvPr/>
        </p:nvSpPr>
        <p:spPr bwMode="auto">
          <a:xfrm>
            <a:off x="-1570625" y="1492653"/>
            <a:ext cx="3167844" cy="3167844"/>
          </a:xfrm>
          <a:prstGeom prst="blockArc">
            <a:avLst>
              <a:gd name="adj1" fmla="val 16173961"/>
              <a:gd name="adj2" fmla="val 1964022"/>
              <a:gd name="adj3" fmla="val 114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sp>
        <p:nvSpPr>
          <p:cNvPr id="7" name="Block Arc 6"/>
          <p:cNvSpPr/>
          <p:nvPr/>
        </p:nvSpPr>
        <p:spPr bwMode="auto">
          <a:xfrm>
            <a:off x="-1570625" y="1492653"/>
            <a:ext cx="3167844" cy="3167844"/>
          </a:xfrm>
          <a:prstGeom prst="blockArc">
            <a:avLst>
              <a:gd name="adj1" fmla="val 16173961"/>
              <a:gd name="adj2" fmla="val 19690711"/>
              <a:gd name="adj3" fmla="val 1157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endParaRPr>
          </a:p>
        </p:txBody>
      </p:sp>
      <p:sp>
        <p:nvSpPr>
          <p:cNvPr id="11" name="Oval 10"/>
          <p:cNvSpPr/>
          <p:nvPr/>
        </p:nvSpPr>
        <p:spPr bwMode="auto">
          <a:xfrm>
            <a:off x="1463190" y="1553619"/>
            <a:ext cx="537366" cy="5373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5" name="Oval 14"/>
          <p:cNvSpPr/>
          <p:nvPr/>
        </p:nvSpPr>
        <p:spPr bwMode="auto">
          <a:xfrm>
            <a:off x="1463190" y="4032510"/>
            <a:ext cx="537366" cy="537366"/>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9" name="Oval 18"/>
          <p:cNvSpPr/>
          <p:nvPr/>
        </p:nvSpPr>
        <p:spPr bwMode="auto">
          <a:xfrm>
            <a:off x="1887306" y="2793065"/>
            <a:ext cx="537366" cy="5373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20" name="Isosceles Triangle 8"/>
          <p:cNvSpPr/>
          <p:nvPr/>
        </p:nvSpPr>
        <p:spPr bwMode="auto">
          <a:xfrm rot="16199998">
            <a:off x="1624780" y="1696040"/>
            <a:ext cx="214184" cy="255362"/>
          </a:xfrm>
          <a:custGeom>
            <a:avLst/>
            <a:gdLst/>
            <a:ahLst/>
            <a:cxnLst/>
            <a:rect l="l" t="t" r="r" b="b"/>
            <a:pathLst>
              <a:path w="2708011" h="3228660" fill="norm" stroke="1" extrusionOk="0">
                <a:moveTo>
                  <a:pt x="1895121" y="2005092"/>
                </a:moveTo>
                <a:cubicBezTo>
                  <a:pt x="1769067" y="2196199"/>
                  <a:pt x="1559641" y="2315968"/>
                  <a:pt x="1331007" y="2327705"/>
                </a:cubicBezTo>
                <a:cubicBezTo>
                  <a:pt x="1102373" y="2339443"/>
                  <a:pt x="881783" y="2241749"/>
                  <a:pt x="736821" y="2064556"/>
                </a:cubicBezTo>
                <a:lnTo>
                  <a:pt x="885891" y="1942602"/>
                </a:lnTo>
                <a:cubicBezTo>
                  <a:pt x="992076" y="2072396"/>
                  <a:pt x="1153658" y="2143956"/>
                  <a:pt x="1321132" y="2135359"/>
                </a:cubicBezTo>
                <a:cubicBezTo>
                  <a:pt x="1488607" y="2126761"/>
                  <a:pt x="1642011" y="2039030"/>
                  <a:pt x="1734346" y="1899045"/>
                </a:cubicBezTo>
                <a:close/>
                <a:moveTo>
                  <a:pt x="2315256" y="2179725"/>
                </a:moveTo>
                <a:cubicBezTo>
                  <a:pt x="2124977" y="2519973"/>
                  <a:pt x="1777729" y="2743099"/>
                  <a:pt x="1389179" y="2774782"/>
                </a:cubicBezTo>
                <a:cubicBezTo>
                  <a:pt x="1000629" y="2806465"/>
                  <a:pt x="621821" y="2642541"/>
                  <a:pt x="378934" y="2337614"/>
                </a:cubicBezTo>
                <a:lnTo>
                  <a:pt x="519502" y="2225645"/>
                </a:lnTo>
                <a:cubicBezTo>
                  <a:pt x="725082" y="2483736"/>
                  <a:pt x="1045705" y="2622480"/>
                  <a:pt x="1374574" y="2595664"/>
                </a:cubicBezTo>
                <a:cubicBezTo>
                  <a:pt x="1703443" y="2568848"/>
                  <a:pt x="1997353" y="2379994"/>
                  <a:pt x="2158406" y="2092008"/>
                </a:cubicBezTo>
                <a:close/>
                <a:moveTo>
                  <a:pt x="2315941" y="1615003"/>
                </a:moveTo>
                <a:lnTo>
                  <a:pt x="272242" y="1615003"/>
                </a:lnTo>
                <a:lnTo>
                  <a:pt x="872561" y="666216"/>
                </a:lnTo>
                <a:lnTo>
                  <a:pt x="872561" y="219906"/>
                </a:lnTo>
                <a:cubicBezTo>
                  <a:pt x="872561" y="98674"/>
                  <a:pt x="970839" y="396"/>
                  <a:pt x="1092071" y="396"/>
                </a:cubicBezTo>
                <a:lnTo>
                  <a:pt x="1293841" y="396"/>
                </a:lnTo>
                <a:lnTo>
                  <a:pt x="1294092" y="0"/>
                </a:lnTo>
                <a:lnTo>
                  <a:pt x="1294343" y="396"/>
                </a:lnTo>
                <a:lnTo>
                  <a:pt x="1470231" y="396"/>
                </a:lnTo>
                <a:cubicBezTo>
                  <a:pt x="1591463" y="396"/>
                  <a:pt x="1689741" y="98674"/>
                  <a:pt x="1689741" y="219906"/>
                </a:cubicBezTo>
                <a:lnTo>
                  <a:pt x="1689741" y="625313"/>
                </a:lnTo>
                <a:close/>
                <a:moveTo>
                  <a:pt x="2708011" y="2399368"/>
                </a:moveTo>
                <a:cubicBezTo>
                  <a:pt x="2440740" y="2877288"/>
                  <a:pt x="1950128" y="3187847"/>
                  <a:pt x="1403807" y="3224932"/>
                </a:cubicBezTo>
                <a:cubicBezTo>
                  <a:pt x="857486" y="3262017"/>
                  <a:pt x="329406" y="3020609"/>
                  <a:pt x="0" y="2583191"/>
                </a:cubicBezTo>
                <a:lnTo>
                  <a:pt x="143153" y="2475389"/>
                </a:lnTo>
                <a:cubicBezTo>
                  <a:pt x="436120" y="2864419"/>
                  <a:pt x="905784" y="3079123"/>
                  <a:pt x="1391671" y="3046140"/>
                </a:cubicBezTo>
                <a:cubicBezTo>
                  <a:pt x="1877558" y="3013157"/>
                  <a:pt x="2313899" y="2736952"/>
                  <a:pt x="2551604" y="231189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21" name="Oval 7"/>
          <p:cNvSpPr/>
          <p:nvPr/>
        </p:nvSpPr>
        <p:spPr bwMode="auto">
          <a:xfrm>
            <a:off x="1612996" y="4181155"/>
            <a:ext cx="246558" cy="246558"/>
          </a:xfrm>
          <a:custGeom>
            <a:avLst/>
            <a:gdLst/>
            <a:ahLst/>
            <a:cxnLst/>
            <a:rect l="l" t="t" r="r" b="b"/>
            <a:pathLst>
              <a:path w="3240000" h="3240000" fill="norm" stroke="1" extrusionOk="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22" name="Rectangle 36"/>
          <p:cNvSpPr/>
          <p:nvPr/>
        </p:nvSpPr>
        <p:spPr bwMode="auto">
          <a:xfrm>
            <a:off x="2046869" y="2952508"/>
            <a:ext cx="235617" cy="206953"/>
          </a:xfrm>
          <a:custGeom>
            <a:avLst/>
            <a:gdLst/>
            <a:ahLst/>
            <a:cxnLst/>
            <a:rect l="l" t="t" r="r" b="b"/>
            <a:pathLst>
              <a:path w="3186824" h="2663936" fill="norm" stroke="1" extrusionOk="0">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23" name="TextBox 22"/>
          <p:cNvSpPr txBox="1"/>
          <p:nvPr/>
        </p:nvSpPr>
        <p:spPr bwMode="auto">
          <a:xfrm>
            <a:off x="5292079" y="1160382"/>
            <a:ext cx="3595039" cy="1188755"/>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One of the key security benefits of using AgamiOS is that it is based on the Debian Linux distribution, which is known for its open-source code and lack of vulnerabilities or back doors. This makes it significantly more secure than other operating systems.</a:t>
            </a:r>
            <a:endParaRPr/>
          </a:p>
        </p:txBody>
      </p:sp>
      <p:sp>
        <p:nvSpPr>
          <p:cNvPr id="25" name="TextBox 24"/>
          <p:cNvSpPr txBox="1"/>
          <p:nvPr/>
        </p:nvSpPr>
        <p:spPr bwMode="auto">
          <a:xfrm>
            <a:off x="5292079" y="2461606"/>
            <a:ext cx="3595039" cy="1188755"/>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AgamiOS is mobile-ready, allowing for seamless integration with desktop PCs and mobile devices. Users can download KDE Connect from the Google Play Store or Apple Store and install it on their Android or iOS device to connect it to their desktop.</a:t>
            </a:r>
            <a:r>
              <a:rPr lang="en-US" sz="1200">
                <a:solidFill>
                  <a:schemeClr val="tx1">
                    <a:lumMod val="75000"/>
                    <a:lumOff val="25000"/>
                  </a:schemeClr>
                </a:solidFill>
                <a:cs typeface="Arial"/>
              </a:rPr>
              <a:t> </a:t>
            </a:r>
            <a:endParaRPr/>
          </a:p>
        </p:txBody>
      </p:sp>
      <p:sp>
        <p:nvSpPr>
          <p:cNvPr id="28" name="TextBox 27"/>
          <p:cNvSpPr txBox="1"/>
          <p:nvPr/>
        </p:nvSpPr>
        <p:spPr bwMode="auto">
          <a:xfrm flipH="0" flipV="0">
            <a:off x="5277668" y="3723887"/>
            <a:ext cx="3733625" cy="1371636"/>
          </a:xfrm>
          <a:prstGeom prst="rect">
            <a:avLst/>
          </a:prstGeom>
          <a:noFill/>
        </p:spPr>
        <p:txBody>
          <a:bodyPr wrap="square" rtlCol="0" anchor="ctr">
            <a:spAutoFit/>
          </a:bodyPr>
          <a:lstStyle/>
          <a:p>
            <a:pPr>
              <a:defRPr/>
            </a:pPr>
            <a:r>
              <a:rPr lang="en-US" sz="1200" b="0" i="0" u="none" strike="noStrike" cap="none" spc="0">
                <a:solidFill>
                  <a:schemeClr val="tx1">
                    <a:lumMod val="75000"/>
                    <a:lumOff val="25000"/>
                  </a:schemeClr>
                </a:solidFill>
                <a:latin typeface="Arial"/>
                <a:cs typeface="Arial"/>
              </a:rPr>
              <a:t>The AgamiOS installation comes pre-installed with all of the essential software that users need to work, play, and communicate, and the Software Center contains thousands of additional applications and games that users can install and use. This provides users with access to a wide range of software options, all from one central location.</a:t>
            </a:r>
            <a:endParaRPr/>
          </a:p>
        </p:txBody>
      </p:sp>
      <p:sp>
        <p:nvSpPr>
          <p:cNvPr id="5" name="Oval 4"/>
          <p:cNvSpPr/>
          <p:nvPr/>
        </p:nvSpPr>
        <p:spPr bwMode="auto">
          <a:xfrm>
            <a:off x="5056248" y="1615032"/>
            <a:ext cx="221420" cy="221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31" name="Oval 30"/>
          <p:cNvSpPr/>
          <p:nvPr/>
        </p:nvSpPr>
        <p:spPr bwMode="auto">
          <a:xfrm>
            <a:off x="5056248" y="2904145"/>
            <a:ext cx="221420" cy="2214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34" name="Oval 33"/>
          <p:cNvSpPr/>
          <p:nvPr/>
        </p:nvSpPr>
        <p:spPr bwMode="auto">
          <a:xfrm>
            <a:off x="5056249" y="4298996"/>
            <a:ext cx="221420" cy="221420"/>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lumMod val="75000"/>
                  <a:lumOff val="25000"/>
                </a:schemeClr>
              </a:solidFill>
            </a:endParaRPr>
          </a:p>
        </p:txBody>
      </p:sp>
      <p:sp>
        <p:nvSpPr>
          <p:cNvPr id="10" name="TextBox 9"/>
          <p:cNvSpPr txBox="1"/>
          <p:nvPr/>
        </p:nvSpPr>
        <p:spPr bwMode="auto">
          <a:xfrm rot="0" flipH="0" flipV="0">
            <a:off x="2123727" y="1685142"/>
            <a:ext cx="2448343"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Security benefits</a:t>
            </a:r>
            <a:endParaRPr lang="ko-KR" sz="1200" b="1">
              <a:solidFill>
                <a:schemeClr val="tx1">
                  <a:lumMod val="75000"/>
                  <a:lumOff val="25000"/>
                </a:schemeClr>
              </a:solidFill>
              <a:cs typeface="Arial"/>
            </a:endParaRPr>
          </a:p>
        </p:txBody>
      </p:sp>
      <p:sp>
        <p:nvSpPr>
          <p:cNvPr id="18" name="TextBox 17"/>
          <p:cNvSpPr txBox="1"/>
          <p:nvPr/>
        </p:nvSpPr>
        <p:spPr bwMode="auto">
          <a:xfrm rot="0" flipH="0" flipV="0">
            <a:off x="2561171" y="2924569"/>
            <a:ext cx="2448307"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Mobile Integration</a:t>
            </a:r>
            <a:endParaRPr lang="ko-KR" sz="1200" b="1">
              <a:solidFill>
                <a:schemeClr val="tx1">
                  <a:lumMod val="75000"/>
                  <a:lumOff val="25000"/>
                </a:schemeClr>
              </a:solidFill>
              <a:cs typeface="Arial"/>
            </a:endParaRPr>
          </a:p>
        </p:txBody>
      </p:sp>
      <p:sp>
        <p:nvSpPr>
          <p:cNvPr id="14" name="TextBox 13"/>
          <p:cNvSpPr txBox="1"/>
          <p:nvPr/>
        </p:nvSpPr>
        <p:spPr bwMode="auto">
          <a:xfrm rot="0" flipH="0" flipV="0">
            <a:off x="2248130" y="4161817"/>
            <a:ext cx="2448307" cy="274356"/>
          </a:xfrm>
          <a:prstGeom prst="rect">
            <a:avLst/>
          </a:prstGeom>
          <a:noFill/>
        </p:spPr>
        <p:txBody>
          <a:bodyPr wrap="square" rtlCol="0" anchor="ctr">
            <a:spAutoFit/>
          </a:bodyPr>
          <a:lstStyle/>
          <a:p>
            <a:pPr>
              <a:defRPr/>
            </a:pPr>
            <a:r>
              <a:rPr lang="en-US" sz="1200" b="1" i="0" u="none" strike="noStrike" cap="none" spc="0">
                <a:solidFill>
                  <a:schemeClr val="tx1">
                    <a:lumMod val="75000"/>
                    <a:lumOff val="25000"/>
                  </a:schemeClr>
                </a:solidFill>
                <a:latin typeface="Arial"/>
                <a:cs typeface="Arial"/>
              </a:rPr>
              <a:t>Access to Apps</a:t>
            </a:r>
            <a:endParaRPr lang="ko-KR" sz="1200" b="1">
              <a:solidFill>
                <a:schemeClr val="tx1">
                  <a:lumMod val="75000"/>
                  <a:lumOff val="25000"/>
                </a:schemeClr>
              </a:solidFil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ext Placeholder 1"/>
          <p:cNvSpPr>
            <a:spLocks noGrp="1"/>
          </p:cNvSpPr>
          <p:nvPr>
            <p:ph type="body" sz="quarter" idx="4294967295"/>
          </p:nvPr>
        </p:nvSpPr>
        <p:spPr bwMode="auto">
          <a:xfrm>
            <a:off x="2836962" y="2139702"/>
            <a:ext cx="3470076" cy="576063"/>
          </a:xfrm>
          <a:prstGeom prst="rect">
            <a:avLst/>
          </a:prstGeom>
        </p:spPr>
        <p:txBody>
          <a:bodyPr/>
          <a:lstStyle/>
          <a:p>
            <a:pPr marL="0" indent="0" algn="ctr">
              <a:buNone/>
              <a:defRPr/>
            </a:pPr>
            <a:r>
              <a:rPr lang="en-US" sz="3600">
                <a:latin typeface="+mj-lt"/>
              </a:rPr>
              <a:t>Thank you</a:t>
            </a:r>
            <a:endParaRPr lang="ko-KR" sz="3600">
              <a:latin typeface="+mj-lt"/>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ection Break Slide Master">
  <a:themeElements>
    <a:clrScheme name="ALLPPT-COLOR-A28">
      <a:dk1>
        <a:sysClr val="windowText" lastClr="000000"/>
      </a:dk1>
      <a:lt1>
        <a:sysClr val="window" lastClr="FFFFFF"/>
      </a:lt1>
      <a:dk2>
        <a:srgbClr val="1F497D"/>
      </a:dk2>
      <a:lt2>
        <a:srgbClr val="EEECE1"/>
      </a:lt2>
      <a:accent1>
        <a:srgbClr val="EB494B"/>
      </a:accent1>
      <a:accent2>
        <a:srgbClr val="3F3F3F"/>
      </a:accent2>
      <a:accent3>
        <a:srgbClr val="EB494B"/>
      </a:accent3>
      <a:accent4>
        <a:srgbClr val="3F3F3F"/>
      </a:accent4>
      <a:accent5>
        <a:srgbClr val="EB494B"/>
      </a:accent5>
      <a:accent6>
        <a:srgbClr val="3F3F3F"/>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ontents Slide Master">
  <a:themeElements>
    <a:clrScheme name="ALLPPT-COLOR-A28">
      <a:dk1>
        <a:sysClr val="windowText" lastClr="000000"/>
      </a:dk1>
      <a:lt1>
        <a:sysClr val="window" lastClr="FFFFFF"/>
      </a:lt1>
      <a:dk2>
        <a:srgbClr val="1F497D"/>
      </a:dk2>
      <a:lt2>
        <a:srgbClr val="EEECE1"/>
      </a:lt2>
      <a:accent1>
        <a:srgbClr val="EB494B"/>
      </a:accent1>
      <a:accent2>
        <a:srgbClr val="3F3F3F"/>
      </a:accent2>
      <a:accent3>
        <a:srgbClr val="EB494B"/>
      </a:accent3>
      <a:accent4>
        <a:srgbClr val="3F3F3F"/>
      </a:accent4>
      <a:accent5>
        <a:srgbClr val="EB494B"/>
      </a:accent5>
      <a:accent6>
        <a:srgbClr val="3F3F3F"/>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tx1">
            <a:lumMod val="75000"/>
            <a:lumOff val="25000"/>
          </a:schemeClr>
        </a:solidFill>
        <a:ln>
          <a:noFill/>
        </a:ln>
      </a:spPr>
      <a:bodyPr/>
      <a:lstStyle/>
      <a:style>
        <a:lnRef idx="2">
          <a:schemeClr val="accent1">
            <a:shade val="50000"/>
          </a:schemeClr>
        </a:lnRef>
        <a:fillRef idx="1">
          <a:schemeClr val="accent1"/>
        </a:fillRef>
        <a:effectRef idx="0">
          <a:schemeClr val="accent1"/>
        </a:effectRef>
        <a:fontRef idx="minor">
          <a:schemeClr val="lt1"/>
        </a:fontRef>
      </a:style>
    </a:spDef>
  </a:objectDefaults>
</a:theme>
</file>

<file path=ppt/theme/theme3.xml><?xml version="1.0" encoding="utf-8"?>
<a:theme xmlns:a="http://schemas.openxmlformats.org/drawingml/2006/main" xmlns:r="http://schemas.openxmlformats.org/officeDocument/2006/relationships" xmlns:p="http://schemas.openxmlformats.org/presentationml/2006/main" name="Cover and End Slide Master">
  <a:themeElements>
    <a:clrScheme name="ALLPPT-COLOR-A28">
      <a:dk1>
        <a:sysClr val="windowText" lastClr="000000"/>
      </a:dk1>
      <a:lt1>
        <a:sysClr val="window" lastClr="FFFFFF"/>
      </a:lt1>
      <a:dk2>
        <a:srgbClr val="1F497D"/>
      </a:dk2>
      <a:lt2>
        <a:srgbClr val="EEECE1"/>
      </a:lt2>
      <a:accent1>
        <a:srgbClr val="EB494B"/>
      </a:accent1>
      <a:accent2>
        <a:srgbClr val="3F3F3F"/>
      </a:accent2>
      <a:accent3>
        <a:srgbClr val="EB494B"/>
      </a:accent3>
      <a:accent4>
        <a:srgbClr val="3F3F3F"/>
      </a:accent4>
      <a:accent5>
        <a:srgbClr val="EB494B"/>
      </a:accent5>
      <a:accent6>
        <a:srgbClr val="3F3F3F"/>
      </a:accent6>
      <a:hlink>
        <a:srgbClr val="0000FF"/>
      </a:hlink>
      <a:folHlink>
        <a:srgbClr val="800080"/>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ONLYOFFICE/7.2.1.36</Application>
  <DocSecurity>0</DocSecurity>
  <PresentationFormat>On-screen Show (16:9)</PresentationFormat>
  <Paragraphs>0</Paragraphs>
  <Slides>10</Slides>
  <Notes>10</Notes>
  <HiddenSlides>0</HiddenSlides>
  <MMClips>2</MMClips>
  <ScaleCrop>0</ScaleCrop>
  <HeadingPairs>
    <vt:vector size="4" baseType="variant">
      <vt:variant>
        <vt:lpstr>Theme</vt:lpstr>
      </vt:variant>
      <vt:variant>
        <vt:i4>3</vt:i4>
      </vt:variant>
      <vt:variant>
        <vt:lpstr>Slide Titles</vt:lpstr>
      </vt:variant>
      <vt:variant>
        <vt:i4>10</vt:i4>
      </vt:variant>
    </vt:vector>
  </HeadingPairs>
  <TitlesOfParts>
    <vt:vector size="13" baseType="lpstr">
      <vt:lpstr>Theme 1</vt:lpstr>
      <vt:lpstr>Theme 2</vt:lpstr>
      <vt:lpstr>Theme 3</vt:lpstr>
      <vt:lpstr>Slide 1</vt:lpstr>
      <vt:lpstr>Slide 2</vt:lpstr>
      <vt:lpstr>Slide 3</vt:lpstr>
      <vt:lpstr>Slide 4</vt:lpstr>
      <vt:lpstr>Slide 5</vt:lpstr>
      <vt:lpstr>Slide 6</vt:lpstr>
      <vt:lpstr>Slide 7</vt:lpstr>
      <vt:lpstr>Slide 8</vt:lpstr>
      <vt:lpstr>Slide 9</vt:lpstr>
      <vt:lpstr>Slide 10</vt:lpstr>
    </vt:vector>
  </TitlesOfParts>
  <Manager/>
  <Company>Microsoft</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GoogleSlidesPPT.com;Allppt.com</dc:creator>
  <cp:keywords/>
  <dc:description/>
  <dc:identifier/>
  <dc:language/>
  <cp:lastModifiedBy/>
  <cp:revision>118</cp:revision>
  <dcterms:created xsi:type="dcterms:W3CDTF">2016-12-05T23:26:54Z</dcterms:created>
  <dcterms:modified xsi:type="dcterms:W3CDTF">2023-02-21T05:30:59Z</dcterms:modified>
  <cp:category/>
  <cp:contentStatus/>
  <cp:version/>
</cp:coreProperties>
</file>